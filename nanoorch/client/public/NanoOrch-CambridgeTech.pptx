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102_0.xml" ContentType="application/vnd.ms-powerpoint.comments+xml"/>
  <Override PartName="/ppt/comments/modernComment_112_E70B0D0D.xml" ContentType="application/vnd.ms-powerpoint.comment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75" r:id="rId6"/>
    <p:sldId id="269" r:id="rId18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8E93F-CD9A-F033-1358-3009FE7CD457}" name="Kathy Gross" initials="KG" userId="S::gross@ksu.edu::8a0faac4-8690-41f3-82c1-c3a545708a8f" providerId="AD"/>
  <p188:author id="{C02621F2-730C-A5C6-9AE6-2F2AD349EEFC}" name="Padmanava Debnath" initials="PD" userId="S::pdebnath@ctepl.com::9ca65673-c2a4-4fc4-bc8a-3f4e2094d5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3AA84-C074-474B-A3A1-7CF0D7810476}" v="6" dt="2025-10-07T17:04:23.780"/>
  </p1510:revLst>
</p1510:revInfo>
</file>

<file path=ppt/tableStyles.xml><?xml version="1.0" encoding="utf-8"?>
<a:tblStyleLst xmlns:a="http://schemas.openxmlformats.org/drawingml/2006/main" def="{0C5FF716-8FED-4497-9FF7-3609EDA3EC0B}">
  <a:tblStyle styleId="{0C5FF716-8FED-4497-9FF7-3609EDA3EC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manava Debnath" userId="9ca65673-c2a4-4fc4-bc8a-3f4e2094d543" providerId="ADAL" clId="{A643AA84-C074-474B-A3A1-7CF0D7810476}"/>
    <pc:docChg chg="custSel modSld">
      <pc:chgData name="Padmanava Debnath" userId="9ca65673-c2a4-4fc4-bc8a-3f4e2094d543" providerId="ADAL" clId="{A643AA84-C074-474B-A3A1-7CF0D7810476}" dt="2025-10-07T17:04:23.780" v="160" actId="20577"/>
      <pc:docMkLst>
        <pc:docMk/>
      </pc:docMkLst>
      <pc:sldChg chg="modSp mod modCm">
        <pc:chgData name="Padmanava Debnath" userId="9ca65673-c2a4-4fc4-bc8a-3f4e2094d543" providerId="ADAL" clId="{A643AA84-C074-474B-A3A1-7CF0D7810476}" dt="2025-10-06T19:51:49.176" v="2" actId="108"/>
        <pc:sldMkLst>
          <pc:docMk/>
          <pc:sldMk cId="0" sldId="258"/>
        </pc:sldMkLst>
        <pc:spChg chg="mod">
          <ac:chgData name="Padmanava Debnath" userId="9ca65673-c2a4-4fc4-bc8a-3f4e2094d543" providerId="ADAL" clId="{A643AA84-C074-474B-A3A1-7CF0D7810476}" dt="2025-10-06T19:51:49.176" v="2" actId="108"/>
          <ac:spMkLst>
            <pc:docMk/>
            <pc:sldMk cId="0" sldId="258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19:51:31.846" v="1"/>
              <pc2:cmMkLst xmlns:pc2="http://schemas.microsoft.com/office/powerpoint/2019/9/main/command">
                <pc:docMk/>
                <pc:sldMk cId="0" sldId="258"/>
                <pc2:cmMk id="{C78F2910-F416-6546-88E4-0C3C4A3C4B02}"/>
              </pc2:cmMkLst>
              <pc226:cmRplyChg chg="add">
                <pc226:chgData name="Padmanava Debnath" userId="9ca65673-c2a4-4fc4-bc8a-3f4e2094d543" providerId="ADAL" clId="{A643AA84-C074-474B-A3A1-7CF0D7810476}" dt="2025-10-06T19:50:39.167" v="0"/>
                <pc2:cmRplyMkLst xmlns:pc2="http://schemas.microsoft.com/office/powerpoint/2019/9/main/command">
                  <pc:docMk/>
                  <pc:sldMk cId="0" sldId="258"/>
                  <pc2:cmMk id="{C78F2910-F416-6546-88E4-0C3C4A3C4B02}"/>
                  <pc2:cmRplyMk id="{32D02E28-47E3-394A-8B22-A6A54AEDF84F}"/>
                </pc2:cmRplyMkLst>
              </pc226:cmRplyChg>
            </pc226:cmChg>
          </p:ext>
        </pc:extLst>
      </pc:sldChg>
      <pc:sldChg chg="modSp mod modCm">
        <pc:chgData name="Padmanava Debnath" userId="9ca65673-c2a4-4fc4-bc8a-3f4e2094d543" providerId="ADAL" clId="{A643AA84-C074-474B-A3A1-7CF0D7810476}" dt="2025-10-06T19:58:28.313" v="45"/>
        <pc:sldMkLst>
          <pc:docMk/>
          <pc:sldMk cId="3876261133" sldId="274"/>
        </pc:sldMkLst>
        <pc:spChg chg="mod">
          <ac:chgData name="Padmanava Debnath" userId="9ca65673-c2a4-4fc4-bc8a-3f4e2094d543" providerId="ADAL" clId="{A643AA84-C074-474B-A3A1-7CF0D7810476}" dt="2025-10-06T19:54:10.349" v="10" actId="20577"/>
          <ac:spMkLst>
            <pc:docMk/>
            <pc:sldMk cId="3876261133" sldId="274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19:58:28.313" v="45"/>
              <pc2:cmMkLst xmlns:pc2="http://schemas.microsoft.com/office/powerpoint/2019/9/main/command">
                <pc:docMk/>
                <pc:sldMk cId="3876261133" sldId="274"/>
                <pc2:cmMk id="{1C4A34CE-81C1-D943-B7B6-5EBF80869573}"/>
              </pc2:cmMkLst>
            </pc226:cmChg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19:58:17.309" v="44"/>
              <pc2:cmMkLst xmlns:pc2="http://schemas.microsoft.com/office/powerpoint/2019/9/main/command">
                <pc:docMk/>
                <pc:sldMk cId="3876261133" sldId="274"/>
                <pc2:cmMk id="{6380FFE3-217F-BD40-B271-04A2940EEB9B}"/>
              </pc2:cmMkLst>
            </pc226:cmChg>
          </p:ext>
        </pc:extLst>
      </pc:sldChg>
      <pc:sldChg chg="modSp mod">
        <pc:chgData name="Padmanava Debnath" userId="9ca65673-c2a4-4fc4-bc8a-3f4e2094d543" providerId="ADAL" clId="{A643AA84-C074-474B-A3A1-7CF0D7810476}" dt="2025-10-07T17:04:23.780" v="160" actId="20577"/>
        <pc:sldMkLst>
          <pc:docMk/>
          <pc:sldMk cId="2186869471" sldId="275"/>
        </pc:sldMkLst>
        <pc:spChg chg="mod">
          <ac:chgData name="Padmanava Debnath" userId="9ca65673-c2a4-4fc4-bc8a-3f4e2094d543" providerId="ADAL" clId="{A643AA84-C074-474B-A3A1-7CF0D7810476}" dt="2025-10-07T17:04:23.780" v="160" actId="20577"/>
          <ac:spMkLst>
            <pc:docMk/>
            <pc:sldMk cId="2186869471" sldId="275"/>
            <ac:spMk id="1034" creationId="{00000000-0000-0000-0000-000000000000}"/>
          </ac:spMkLst>
        </pc:spChg>
      </pc:sldChg>
      <pc:sldChg chg="modSp mod modCm">
        <pc:chgData name="Padmanava Debnath" userId="9ca65673-c2a4-4fc4-bc8a-3f4e2094d543" providerId="ADAL" clId="{A643AA84-C074-474B-A3A1-7CF0D7810476}" dt="2025-10-06T19:58:09.128" v="43"/>
        <pc:sldMkLst>
          <pc:docMk/>
          <pc:sldMk cId="1190309262" sldId="277"/>
        </pc:sldMkLst>
        <pc:spChg chg="mod">
          <ac:chgData name="Padmanava Debnath" userId="9ca65673-c2a4-4fc4-bc8a-3f4e2094d543" providerId="ADAL" clId="{A643AA84-C074-474B-A3A1-7CF0D7810476}" dt="2025-10-06T19:57:58.337" v="42"/>
          <ac:spMkLst>
            <pc:docMk/>
            <pc:sldMk cId="1190309262" sldId="277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19:58:09.128" v="43"/>
              <pc2:cmMkLst xmlns:pc2="http://schemas.microsoft.com/office/powerpoint/2019/9/main/command">
                <pc:docMk/>
                <pc:sldMk cId="1190309262" sldId="277"/>
                <pc2:cmMk id="{AE9D585D-D6DC-7B44-A799-5865E985F65B}"/>
              </pc2:cmMkLst>
              <pc226:cmRplyChg chg="add">
                <pc226:chgData name="Padmanava Debnath" userId="9ca65673-c2a4-4fc4-bc8a-3f4e2094d543" providerId="ADAL" clId="{A643AA84-C074-474B-A3A1-7CF0D7810476}" dt="2025-10-06T19:57:43.741" v="39"/>
                <pc2:cmRplyMkLst xmlns:pc2="http://schemas.microsoft.com/office/powerpoint/2019/9/main/command">
                  <pc:docMk/>
                  <pc:sldMk cId="1190309262" sldId="277"/>
                  <pc2:cmMk id="{AE9D585D-D6DC-7B44-A799-5865E985F65B}"/>
                  <pc2:cmRplyMk id="{1EA0B95C-4EEF-EF4B-8654-F868408F73D5}"/>
                </pc2:cmRplyMkLst>
              </pc226:cmRplyChg>
            </pc226:cmChg>
          </p:ext>
        </pc:extLst>
      </pc:sldChg>
      <pc:sldChg chg="modSp mod modCm">
        <pc:chgData name="Padmanava Debnath" userId="9ca65673-c2a4-4fc4-bc8a-3f4e2094d543" providerId="ADAL" clId="{A643AA84-C074-474B-A3A1-7CF0D7810476}" dt="2025-10-06T20:01:02.173" v="64"/>
        <pc:sldMkLst>
          <pc:docMk/>
          <pc:sldMk cId="796968213" sldId="278"/>
        </pc:sldMkLst>
        <pc:spChg chg="mod">
          <ac:chgData name="Padmanava Debnath" userId="9ca65673-c2a4-4fc4-bc8a-3f4e2094d543" providerId="ADAL" clId="{A643AA84-C074-474B-A3A1-7CF0D7810476}" dt="2025-10-06T20:00:58.697" v="63" actId="20577"/>
          <ac:spMkLst>
            <pc:docMk/>
            <pc:sldMk cId="796968213" sldId="278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20:01:02.173" v="64"/>
              <pc2:cmMkLst xmlns:pc2="http://schemas.microsoft.com/office/powerpoint/2019/9/main/command">
                <pc:docMk/>
                <pc:sldMk cId="796968213" sldId="278"/>
                <pc2:cmMk id="{C72CC0BF-EEC6-2845-854D-3FC2989BE860}"/>
              </pc2:cmMkLst>
            </pc226:cmChg>
          </p:ext>
        </pc:extLst>
      </pc:sldChg>
      <pc:sldChg chg="modSp mod modCm">
        <pc:chgData name="Padmanava Debnath" userId="9ca65673-c2a4-4fc4-bc8a-3f4e2094d543" providerId="ADAL" clId="{A643AA84-C074-474B-A3A1-7CF0D7810476}" dt="2025-10-07T11:17:19.304" v="90"/>
        <pc:sldMkLst>
          <pc:docMk/>
          <pc:sldMk cId="811680425" sldId="279"/>
        </pc:sldMkLst>
        <pc:spChg chg="mod">
          <ac:chgData name="Padmanava Debnath" userId="9ca65673-c2a4-4fc4-bc8a-3f4e2094d543" providerId="ADAL" clId="{A643AA84-C074-474B-A3A1-7CF0D7810476}" dt="2025-10-07T11:17:14.502" v="89" actId="20577"/>
          <ac:spMkLst>
            <pc:docMk/>
            <pc:sldMk cId="811680425" sldId="279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7T11:17:14.502" v="89" actId="20577"/>
              <pc2:cmMkLst xmlns:pc2="http://schemas.microsoft.com/office/powerpoint/2019/9/main/command">
                <pc:docMk/>
                <pc:sldMk cId="811680425" sldId="279"/>
                <pc2:cmMk id="{30D5D138-5FEE-594F-AF6E-C403D51EF1B5}"/>
              </pc2:cmMkLst>
              <pc226:cmRplyChg chg="add">
                <pc226:chgData name="Padmanava Debnath" userId="9ca65673-c2a4-4fc4-bc8a-3f4e2094d543" providerId="ADAL" clId="{A643AA84-C074-474B-A3A1-7CF0D7810476}" dt="2025-10-07T11:16:41.526" v="69"/>
                <pc2:cmRplyMkLst xmlns:pc2="http://schemas.microsoft.com/office/powerpoint/2019/9/main/command">
                  <pc:docMk/>
                  <pc:sldMk cId="811680425" sldId="279"/>
                  <pc2:cmMk id="{30D5D138-5FEE-594F-AF6E-C403D51EF1B5}"/>
                  <pc2:cmRplyMk id="{6C9EAEF3-B8D1-D248-9586-B2C345FCD18B}"/>
                </pc2:cmRplyMkLst>
              </pc226:cmRplyChg>
            </pc226:cmChg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7T11:17:19.304" v="90"/>
              <pc2:cmMkLst xmlns:pc2="http://schemas.microsoft.com/office/powerpoint/2019/9/main/command">
                <pc:docMk/>
                <pc:sldMk cId="811680425" sldId="279"/>
                <pc2:cmMk id="{ADDD82A6-574D-3E4B-9D08-9AD80E6B28DA}"/>
              </pc2:cmMkLst>
            </pc226:cmChg>
          </p:ext>
        </pc:extLst>
      </pc:sldChg>
      <pc:sldChg chg="modSp mod">
        <pc:chgData name="Padmanava Debnath" userId="9ca65673-c2a4-4fc4-bc8a-3f4e2094d543" providerId="ADAL" clId="{A643AA84-C074-474B-A3A1-7CF0D7810476}" dt="2025-10-07T13:15:05.187" v="117" actId="20577"/>
        <pc:sldMkLst>
          <pc:docMk/>
          <pc:sldMk cId="4218071551" sldId="280"/>
        </pc:sldMkLst>
        <pc:spChg chg="mod">
          <ac:chgData name="Padmanava Debnath" userId="9ca65673-c2a4-4fc4-bc8a-3f4e2094d543" providerId="ADAL" clId="{A643AA84-C074-474B-A3A1-7CF0D7810476}" dt="2025-10-07T13:15:05.187" v="117" actId="20577"/>
          <ac:spMkLst>
            <pc:docMk/>
            <pc:sldMk cId="4218071551" sldId="280"/>
            <ac:spMk id="1034" creationId="{00000000-0000-0000-0000-000000000000}"/>
          </ac:spMkLst>
        </pc:spChg>
      </pc:sldChg>
      <pc:sldChg chg="modSp mod">
        <pc:chgData name="Padmanava Debnath" userId="9ca65673-c2a4-4fc4-bc8a-3f4e2094d543" providerId="ADAL" clId="{A643AA84-C074-474B-A3A1-7CF0D7810476}" dt="2025-10-07T11:20:28.041" v="99" actId="108"/>
        <pc:sldMkLst>
          <pc:docMk/>
          <pc:sldMk cId="3981195875" sldId="282"/>
        </pc:sldMkLst>
        <pc:spChg chg="mod">
          <ac:chgData name="Padmanava Debnath" userId="9ca65673-c2a4-4fc4-bc8a-3f4e2094d543" providerId="ADAL" clId="{A643AA84-C074-474B-A3A1-7CF0D7810476}" dt="2025-10-07T11:20:28.041" v="99" actId="108"/>
          <ac:spMkLst>
            <pc:docMk/>
            <pc:sldMk cId="3981195875" sldId="282"/>
            <ac:spMk id="1034" creationId="{00000000-0000-0000-0000-000000000000}"/>
          </ac:spMkLst>
        </pc:spChg>
      </pc:sldChg>
      <pc:sldChg chg="modSp mod">
        <pc:chgData name="Padmanava Debnath" userId="9ca65673-c2a4-4fc4-bc8a-3f4e2094d543" providerId="ADAL" clId="{A643AA84-C074-474B-A3A1-7CF0D7810476}" dt="2025-10-07T11:20:44.075" v="100" actId="108"/>
        <pc:sldMkLst>
          <pc:docMk/>
          <pc:sldMk cId="593319400" sldId="283"/>
        </pc:sldMkLst>
        <pc:spChg chg="mod">
          <ac:chgData name="Padmanava Debnath" userId="9ca65673-c2a4-4fc4-bc8a-3f4e2094d543" providerId="ADAL" clId="{A643AA84-C074-474B-A3A1-7CF0D7810476}" dt="2025-10-07T11:20:44.075" v="100" actId="108"/>
          <ac:spMkLst>
            <pc:docMk/>
            <pc:sldMk cId="593319400" sldId="283"/>
            <ac:spMk id="1034" creationId="{00000000-0000-0000-0000-000000000000}"/>
          </ac:spMkLst>
        </pc:spChg>
      </pc:sldChg>
      <pc:sldChg chg="addSp delSp modSp mod modCm">
        <pc:chgData name="Padmanava Debnath" userId="9ca65673-c2a4-4fc4-bc8a-3f4e2094d543" providerId="ADAL" clId="{A643AA84-C074-474B-A3A1-7CF0D7810476}" dt="2025-10-07T13:27:27.881" v="131" actId="1035"/>
        <pc:sldMkLst>
          <pc:docMk/>
          <pc:sldMk cId="1442834723" sldId="285"/>
        </pc:sldMkLst>
        <pc:picChg chg="add mod">
          <ac:chgData name="Padmanava Debnath" userId="9ca65673-c2a4-4fc4-bc8a-3f4e2094d543" providerId="ADAL" clId="{A643AA84-C074-474B-A3A1-7CF0D7810476}" dt="2025-10-07T13:27:27.881" v="131" actId="1035"/>
          <ac:picMkLst>
            <pc:docMk/>
            <pc:sldMk cId="1442834723" sldId="285"/>
            <ac:picMk id="3" creationId="{7D5F7DB5-185A-1F38-2312-E606C526CE58}"/>
          </ac:picMkLst>
        </pc:picChg>
        <pc:picChg chg="del">
          <ac:chgData name="Padmanava Debnath" userId="9ca65673-c2a4-4fc4-bc8a-3f4e2094d543" providerId="ADAL" clId="{A643AA84-C074-474B-A3A1-7CF0D7810476}" dt="2025-10-07T13:26:43.977" v="119" actId="478"/>
          <ac:picMkLst>
            <pc:docMk/>
            <pc:sldMk cId="1442834723" sldId="285"/>
            <ac:picMk id="10" creationId="{3D31106D-8CC5-FC6D-A895-54FB686835D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7T13:26:44.007" v="120" actId="2056"/>
              <pc2:cmMkLst xmlns:pc2="http://schemas.microsoft.com/office/powerpoint/2019/9/main/command">
                <pc:docMk/>
                <pc:sldMk cId="1442834723" sldId="285"/>
                <pc2:cmMk id="{A0BA17F7-071E-D543-8E27-3B5D2D625FF4}"/>
              </pc2:cmMkLst>
            </pc226:cmChg>
          </p:ext>
        </pc:extLst>
      </pc:sldChg>
      <pc:sldChg chg="modSp mod modCm">
        <pc:chgData name="Padmanava Debnath" userId="9ca65673-c2a4-4fc4-bc8a-3f4e2094d543" providerId="ADAL" clId="{A643AA84-C074-474B-A3A1-7CF0D7810476}" dt="2025-10-06T20:01:39.824" v="68"/>
        <pc:sldMkLst>
          <pc:docMk/>
          <pc:sldMk cId="1835315651" sldId="286"/>
        </pc:sldMkLst>
        <pc:spChg chg="mod">
          <ac:chgData name="Padmanava Debnath" userId="9ca65673-c2a4-4fc4-bc8a-3f4e2094d543" providerId="ADAL" clId="{A643AA84-C074-474B-A3A1-7CF0D7810476}" dt="2025-10-06T20:01:35.190" v="67" actId="108"/>
          <ac:spMkLst>
            <pc:docMk/>
            <pc:sldMk cId="1835315651" sldId="286"/>
            <ac:spMk id="2" creationId="{BDA70E54-481C-061A-DEE7-77F115222DFE}"/>
          </ac:spMkLst>
        </pc:spChg>
        <pc:spChg chg="mod">
          <ac:chgData name="Padmanava Debnath" userId="9ca65673-c2a4-4fc4-bc8a-3f4e2094d543" providerId="ADAL" clId="{A643AA84-C074-474B-A3A1-7CF0D7810476}" dt="2025-10-06T20:01:27.563" v="66" actId="108"/>
          <ac:spMkLst>
            <pc:docMk/>
            <pc:sldMk cId="1835315651" sldId="286"/>
            <ac:spMk id="1034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dmanava Debnath" userId="9ca65673-c2a4-4fc4-bc8a-3f4e2094d543" providerId="ADAL" clId="{A643AA84-C074-474B-A3A1-7CF0D7810476}" dt="2025-10-06T20:01:39.824" v="68"/>
              <pc2:cmMkLst xmlns:pc2="http://schemas.microsoft.com/office/powerpoint/2019/9/main/command">
                <pc:docMk/>
                <pc:sldMk cId="1835315651" sldId="286"/>
                <pc2:cmMk id="{C78C365C-17EB-A546-9D81-C5BB22192455}"/>
              </pc2:cmMkLst>
            </pc226:cmChg>
          </p:ext>
        </pc:extLst>
      </pc:sldChg>
    </pc:docChg>
  </pc:docChgLst>
</pc:chgInfo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8F2910-F416-6546-88E4-0C3C4A3C4B02}" authorId="{C5B8E93F-CD9A-F033-1358-3009FE7CD457}" status="resolved" created="2025-10-06T15:07:28.75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1034" creationId="{00000000-0000-0000-0000-000000000000}"/>
      <ac:txMk cp="272" len="29">
        <ac:context len="486" hash="2787655365"/>
      </ac:txMk>
    </ac:txMkLst>
    <p188:pos x="6652398" y="6058766"/>
    <p188:replyLst>
      <p188:reply id="{32D02E28-47E3-394A-8B22-A6A54AEDF84F}" authorId="{C02621F2-730C-A5C6-9AE6-2F2AD349EEFC}" created="2025-10-06T19:50:39.094">
        <p188:txBody>
          <a:bodyPr/>
          <a:lstStyle/>
          <a:p>
            <a:r>
              <a:rPr lang="en-US"/>
              <a:t>Absolutely, makes sense</a:t>
            </a:r>
          </a:p>
        </p188:txBody>
      </p188:reply>
    </p188:replyLst>
    <p188:txBody>
      <a:bodyPr/>
      <a:lstStyle/>
      <a:p>
        <a:r>
          <a:rPr lang="en-US"/>
          <a:t>I do not think that companies would call this family Premium adult dog food...it probably would be something like "Brand xyz adult dry dog foods"</a:t>
        </a:r>
      </a:p>
    </p188:txBody>
  </p188:cm>
</p188:cmLst>
</file>

<file path=ppt/comments/modernComment_112_E70B0D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80FFE3-217F-BD40-B271-04A2940EEB9B}" authorId="{C5B8E93F-CD9A-F033-1358-3009FE7CD457}" status="resolved" created="2025-10-06T15:09:33.00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76261133" sldId="274"/>
      <ac:spMk id="1034" creationId="{00000000-0000-0000-0000-000000000000}"/>
      <ac:txMk cp="222" len="29">
        <ac:context len="532" hash="1974197818"/>
      </ac:txMk>
    </ac:txMkLst>
    <p188:pos x="6556147" y="4783419"/>
    <p188:txBody>
      <a:bodyPr/>
      <a:lstStyle/>
      <a:p>
        <a:r>
          <a:rPr lang="en-US"/>
          <a:t>Brand xyz adult dry dog foods- Protein variety line</a:t>
        </a:r>
      </a:p>
    </p188:txBody>
  </p188:cm>
  <p188:cm id="{1C4A34CE-81C1-D943-B7B6-5EBF80869573}" authorId="{C5B8E93F-CD9A-F033-1358-3009FE7CD457}" status="resolved" created="2025-10-06T15:11:33.39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76261133" sldId="274"/>
      <ac:spMk id="1034" creationId="{00000000-0000-0000-0000-000000000000}"/>
      <ac:txMk cp="501" len="29">
        <ac:context len="532" hash="1974197818"/>
      </ac:txMk>
    </ac:txMkLst>
    <p188:pos x="5497368" y="7478492"/>
    <p188:txBody>
      <a:bodyPr/>
      <a:lstStyle/>
      <a:p>
        <a:r>
          <a:rPr lang="en-US"/>
          <a:t>This may or maynot be true...More likely this product line is made by the same manufacturing process (extrusion by single screw extruder)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940511-2009-1747-AC8B-F94F08DBEA0E}" type="doc">
      <dgm:prSet loTypeId="urn:microsoft.com/office/officeart/2005/8/layout/hierarchy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0391C56-D5A9-C149-9120-434B93231B26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GB" sz="3200">
              <a:solidFill>
                <a:schemeClr val="tx1">
                  <a:lumMod val="20000"/>
                  <a:lumOff val="80000"/>
                </a:schemeClr>
              </a:solidFill>
            </a:rPr>
            <a:t>Product Family</a:t>
          </a:r>
        </a:p>
      </dgm:t>
    </dgm:pt>
    <dgm:pt modelId="{C109007D-F5A4-424D-92D8-D5FE48E543A5}" type="parTrans" cxnId="{FD52D914-B583-3A4F-862C-1FBB71606DCD}">
      <dgm:prSet/>
      <dgm:spPr/>
      <dgm:t>
        <a:bodyPr/>
        <a:lstStyle/>
        <a:p>
          <a:endParaRPr lang="en-GB" sz="3200"/>
        </a:p>
      </dgm:t>
    </dgm:pt>
    <dgm:pt modelId="{7C662BB6-632B-6C42-AF5D-D636CE60E48D}" type="sibTrans" cxnId="{FD52D914-B583-3A4F-862C-1FBB71606DCD}">
      <dgm:prSet/>
      <dgm:spPr/>
      <dgm:t>
        <a:bodyPr/>
        <a:lstStyle/>
        <a:p>
          <a:endParaRPr lang="en-GB" sz="3200"/>
        </a:p>
      </dgm:t>
    </dgm:pt>
    <dgm:pt modelId="{48900161-33C3-2643-860B-F227E9294982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Line</a:t>
          </a:r>
        </a:p>
      </dgm:t>
    </dgm:pt>
    <dgm:pt modelId="{4C1F8CDB-9019-934C-89A4-F3ABA743A2E7}" type="parTrans" cxnId="{A6850C42-FC87-B844-A5AA-CE7A43EAFB4F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18CB9EB2-B7DF-DC45-AB21-6190C6B37AFC}" type="sibTrans" cxnId="{A6850C42-FC87-B844-A5AA-CE7A43EAFB4F}">
      <dgm:prSet/>
      <dgm:spPr/>
      <dgm:t>
        <a:bodyPr/>
        <a:lstStyle/>
        <a:p>
          <a:endParaRPr lang="en-GB" sz="3200"/>
        </a:p>
      </dgm:t>
    </dgm:pt>
    <dgm:pt modelId="{DA2FBB51-75BA-294C-A11A-FB9C67D530B5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</a:t>
          </a:r>
        </a:p>
      </dgm:t>
    </dgm:pt>
    <dgm:pt modelId="{32C47296-0C15-9B45-863D-96524656CCAE}" type="parTrans" cxnId="{1D880BE1-91E2-3544-9C00-452B86FB5B32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6ECA5114-6B5E-AA4B-9863-4FB1640715AE}" type="sibTrans" cxnId="{1D880BE1-91E2-3544-9C00-452B86FB5B32}">
      <dgm:prSet/>
      <dgm:spPr/>
      <dgm:t>
        <a:bodyPr/>
        <a:lstStyle/>
        <a:p>
          <a:endParaRPr lang="en-GB" sz="3200"/>
        </a:p>
      </dgm:t>
    </dgm:pt>
    <dgm:pt modelId="{96A1F659-93ED-4749-AEEF-00D886AAFD55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Variant</a:t>
          </a:r>
        </a:p>
      </dgm:t>
    </dgm:pt>
    <dgm:pt modelId="{6BDD31F7-9C70-9041-90E1-EDA0C6FC8495}" type="parTrans" cxnId="{E64046EA-8DD5-9446-B5B2-7381AB36A886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71E26351-5450-0146-9882-2F33AD522260}" type="sibTrans" cxnId="{E64046EA-8DD5-9446-B5B2-7381AB36A886}">
      <dgm:prSet/>
      <dgm:spPr/>
      <dgm:t>
        <a:bodyPr/>
        <a:lstStyle/>
        <a:p>
          <a:endParaRPr lang="en-GB" sz="3200"/>
        </a:p>
      </dgm:t>
    </dgm:pt>
    <dgm:pt modelId="{A628436D-72B3-504F-A611-444D16DF8657}" type="pres">
      <dgm:prSet presAssocID="{D4940511-2009-1747-AC8B-F94F08DBEA0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56BCC67-EDA5-7640-A6E9-C2EE6150AF2F}" type="pres">
      <dgm:prSet presAssocID="{D4940511-2009-1747-AC8B-F94F08DBEA0E}" presName="hierFlow" presStyleCnt="0"/>
      <dgm:spPr/>
    </dgm:pt>
    <dgm:pt modelId="{9CE7CF8F-C367-9646-B56D-F1B9A0C01172}" type="pres">
      <dgm:prSet presAssocID="{D4940511-2009-1747-AC8B-F94F08DBEA0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19D0BD9-857F-0A46-B728-844DAAFAFE99}" type="pres">
      <dgm:prSet presAssocID="{70391C56-D5A9-C149-9120-434B93231B26}" presName="Name14" presStyleCnt="0"/>
      <dgm:spPr/>
    </dgm:pt>
    <dgm:pt modelId="{080A02DD-3BC7-8042-B411-117AFD464567}" type="pres">
      <dgm:prSet presAssocID="{70391C56-D5A9-C149-9120-434B93231B26}" presName="level1Shape" presStyleLbl="node0" presStyleIdx="0" presStyleCnt="1">
        <dgm:presLayoutVars>
          <dgm:chPref val="3"/>
        </dgm:presLayoutVars>
      </dgm:prSet>
      <dgm:spPr/>
    </dgm:pt>
    <dgm:pt modelId="{A8A68FE0-2364-B14D-B414-F571B201C185}" type="pres">
      <dgm:prSet presAssocID="{70391C56-D5A9-C149-9120-434B93231B26}" presName="hierChild2" presStyleCnt="0"/>
      <dgm:spPr/>
    </dgm:pt>
    <dgm:pt modelId="{C16557ED-E791-3F44-8CCB-8096734746B9}" type="pres">
      <dgm:prSet presAssocID="{4C1F8CDB-9019-934C-89A4-F3ABA743A2E7}" presName="Name19" presStyleLbl="parChTrans1D2" presStyleIdx="0" presStyleCnt="1"/>
      <dgm:spPr/>
    </dgm:pt>
    <dgm:pt modelId="{4964276E-AD14-0F4A-BECA-03FB440BA309}" type="pres">
      <dgm:prSet presAssocID="{48900161-33C3-2643-860B-F227E9294982}" presName="Name21" presStyleCnt="0"/>
      <dgm:spPr/>
    </dgm:pt>
    <dgm:pt modelId="{0E59E7AA-280E-6D41-8696-431FA8A33380}" type="pres">
      <dgm:prSet presAssocID="{48900161-33C3-2643-860B-F227E9294982}" presName="level2Shape" presStyleLbl="node2" presStyleIdx="0" presStyleCnt="1"/>
      <dgm:spPr/>
    </dgm:pt>
    <dgm:pt modelId="{7821A27D-E019-3149-AD4C-2DA0DBC5A506}" type="pres">
      <dgm:prSet presAssocID="{48900161-33C3-2643-860B-F227E9294982}" presName="hierChild3" presStyleCnt="0"/>
      <dgm:spPr/>
    </dgm:pt>
    <dgm:pt modelId="{320AFE8F-4934-4D4C-BD6C-21E87F383E7F}" type="pres">
      <dgm:prSet presAssocID="{32C47296-0C15-9B45-863D-96524656CCAE}" presName="Name19" presStyleLbl="parChTrans1D3" presStyleIdx="0" presStyleCnt="1"/>
      <dgm:spPr/>
    </dgm:pt>
    <dgm:pt modelId="{07CD866A-5509-8E41-9D97-EC7DDAB96046}" type="pres">
      <dgm:prSet presAssocID="{DA2FBB51-75BA-294C-A11A-FB9C67D530B5}" presName="Name21" presStyleCnt="0"/>
      <dgm:spPr/>
    </dgm:pt>
    <dgm:pt modelId="{C9C5A5F4-D207-6441-9470-6EAAB2751DE4}" type="pres">
      <dgm:prSet presAssocID="{DA2FBB51-75BA-294C-A11A-FB9C67D530B5}" presName="level2Shape" presStyleLbl="node3" presStyleIdx="0" presStyleCnt="1"/>
      <dgm:spPr/>
    </dgm:pt>
    <dgm:pt modelId="{3F4B7B13-6FF2-0C43-8B19-230DC54FBBB2}" type="pres">
      <dgm:prSet presAssocID="{DA2FBB51-75BA-294C-A11A-FB9C67D530B5}" presName="hierChild3" presStyleCnt="0"/>
      <dgm:spPr/>
    </dgm:pt>
    <dgm:pt modelId="{D0DC6A94-A5C6-8842-B32F-71406F71CCFB}" type="pres">
      <dgm:prSet presAssocID="{6BDD31F7-9C70-9041-90E1-EDA0C6FC8495}" presName="Name19" presStyleLbl="parChTrans1D4" presStyleIdx="0" presStyleCnt="1"/>
      <dgm:spPr/>
    </dgm:pt>
    <dgm:pt modelId="{1FB55944-3CE4-BC42-BD9D-28E852BA1C5C}" type="pres">
      <dgm:prSet presAssocID="{96A1F659-93ED-4749-AEEF-00D886AAFD55}" presName="Name21" presStyleCnt="0"/>
      <dgm:spPr/>
    </dgm:pt>
    <dgm:pt modelId="{680BB211-D9B3-D84D-A852-CB48C549AC50}" type="pres">
      <dgm:prSet presAssocID="{96A1F659-93ED-4749-AEEF-00D886AAFD55}" presName="level2Shape" presStyleLbl="node4" presStyleIdx="0" presStyleCnt="1"/>
      <dgm:spPr/>
    </dgm:pt>
    <dgm:pt modelId="{3261D7B1-5042-004C-AD7F-8657D4ACFBBB}" type="pres">
      <dgm:prSet presAssocID="{96A1F659-93ED-4749-AEEF-00D886AAFD55}" presName="hierChild3" presStyleCnt="0"/>
      <dgm:spPr/>
    </dgm:pt>
    <dgm:pt modelId="{0771236F-8B5D-2045-B3FE-49306D6FE58D}" type="pres">
      <dgm:prSet presAssocID="{D4940511-2009-1747-AC8B-F94F08DBEA0E}" presName="bgShapesFlow" presStyleCnt="0"/>
      <dgm:spPr/>
    </dgm:pt>
  </dgm:ptLst>
  <dgm:cxnLst>
    <dgm:cxn modelId="{FD52D914-B583-3A4F-862C-1FBB71606DCD}" srcId="{D4940511-2009-1747-AC8B-F94F08DBEA0E}" destId="{70391C56-D5A9-C149-9120-434B93231B26}" srcOrd="0" destOrd="0" parTransId="{C109007D-F5A4-424D-92D8-D5FE48E543A5}" sibTransId="{7C662BB6-632B-6C42-AF5D-D636CE60E48D}"/>
    <dgm:cxn modelId="{4E4A4B15-B5FD-D242-9724-7D6A07B7B51C}" type="presOf" srcId="{DA2FBB51-75BA-294C-A11A-FB9C67D530B5}" destId="{C9C5A5F4-D207-6441-9470-6EAAB2751DE4}" srcOrd="0" destOrd="0" presId="urn:microsoft.com/office/officeart/2005/8/layout/hierarchy6"/>
    <dgm:cxn modelId="{A6850C42-FC87-B844-A5AA-CE7A43EAFB4F}" srcId="{70391C56-D5A9-C149-9120-434B93231B26}" destId="{48900161-33C3-2643-860B-F227E9294982}" srcOrd="0" destOrd="0" parTransId="{4C1F8CDB-9019-934C-89A4-F3ABA743A2E7}" sibTransId="{18CB9EB2-B7DF-DC45-AB21-6190C6B37AFC}"/>
    <dgm:cxn modelId="{D54E9165-ECCD-804A-BDBC-F596AA240AA7}" type="presOf" srcId="{4C1F8CDB-9019-934C-89A4-F3ABA743A2E7}" destId="{C16557ED-E791-3F44-8CCB-8096734746B9}" srcOrd="0" destOrd="0" presId="urn:microsoft.com/office/officeart/2005/8/layout/hierarchy6"/>
    <dgm:cxn modelId="{78170F66-634B-0E47-B8F0-2806F5BD3FF0}" type="presOf" srcId="{32C47296-0C15-9B45-863D-96524656CCAE}" destId="{320AFE8F-4934-4D4C-BD6C-21E87F383E7F}" srcOrd="0" destOrd="0" presId="urn:microsoft.com/office/officeart/2005/8/layout/hierarchy6"/>
    <dgm:cxn modelId="{961ACF53-2A72-9F48-B98F-7B39998A77E0}" type="presOf" srcId="{70391C56-D5A9-C149-9120-434B93231B26}" destId="{080A02DD-3BC7-8042-B411-117AFD464567}" srcOrd="0" destOrd="0" presId="urn:microsoft.com/office/officeart/2005/8/layout/hierarchy6"/>
    <dgm:cxn modelId="{DF194BAB-8CBB-5845-A05E-FB32AEA0E97B}" type="presOf" srcId="{6BDD31F7-9C70-9041-90E1-EDA0C6FC8495}" destId="{D0DC6A94-A5C6-8842-B32F-71406F71CCFB}" srcOrd="0" destOrd="0" presId="urn:microsoft.com/office/officeart/2005/8/layout/hierarchy6"/>
    <dgm:cxn modelId="{D80AA4BC-DB07-424F-8BFC-2B529804CA4D}" type="presOf" srcId="{48900161-33C3-2643-860B-F227E9294982}" destId="{0E59E7AA-280E-6D41-8696-431FA8A33380}" srcOrd="0" destOrd="0" presId="urn:microsoft.com/office/officeart/2005/8/layout/hierarchy6"/>
    <dgm:cxn modelId="{5BBB86CE-78F5-8145-A91C-8F684471F211}" type="presOf" srcId="{96A1F659-93ED-4749-AEEF-00D886AAFD55}" destId="{680BB211-D9B3-D84D-A852-CB48C549AC50}" srcOrd="0" destOrd="0" presId="urn:microsoft.com/office/officeart/2005/8/layout/hierarchy6"/>
    <dgm:cxn modelId="{1D880BE1-91E2-3544-9C00-452B86FB5B32}" srcId="{48900161-33C3-2643-860B-F227E9294982}" destId="{DA2FBB51-75BA-294C-A11A-FB9C67D530B5}" srcOrd="0" destOrd="0" parTransId="{32C47296-0C15-9B45-863D-96524656CCAE}" sibTransId="{6ECA5114-6B5E-AA4B-9863-4FB1640715AE}"/>
    <dgm:cxn modelId="{E64046EA-8DD5-9446-B5B2-7381AB36A886}" srcId="{DA2FBB51-75BA-294C-A11A-FB9C67D530B5}" destId="{96A1F659-93ED-4749-AEEF-00D886AAFD55}" srcOrd="0" destOrd="0" parTransId="{6BDD31F7-9C70-9041-90E1-EDA0C6FC8495}" sibTransId="{71E26351-5450-0146-9882-2F33AD522260}"/>
    <dgm:cxn modelId="{B80A4FF5-F651-5043-AA4C-709A7E13DC35}" type="presOf" srcId="{D4940511-2009-1747-AC8B-F94F08DBEA0E}" destId="{A628436D-72B3-504F-A611-444D16DF8657}" srcOrd="0" destOrd="0" presId="urn:microsoft.com/office/officeart/2005/8/layout/hierarchy6"/>
    <dgm:cxn modelId="{289DA2FA-7998-6747-9E72-07A53C006EAD}" type="presParOf" srcId="{A628436D-72B3-504F-A611-444D16DF8657}" destId="{756BCC67-EDA5-7640-A6E9-C2EE6150AF2F}" srcOrd="0" destOrd="0" presId="urn:microsoft.com/office/officeart/2005/8/layout/hierarchy6"/>
    <dgm:cxn modelId="{9DBF84DD-7BD5-E04A-A31D-FB923F43BAFF}" type="presParOf" srcId="{756BCC67-EDA5-7640-A6E9-C2EE6150AF2F}" destId="{9CE7CF8F-C367-9646-B56D-F1B9A0C01172}" srcOrd="0" destOrd="0" presId="urn:microsoft.com/office/officeart/2005/8/layout/hierarchy6"/>
    <dgm:cxn modelId="{B5E232FE-1FA3-6D42-A80F-A67442A752D1}" type="presParOf" srcId="{9CE7CF8F-C367-9646-B56D-F1B9A0C01172}" destId="{019D0BD9-857F-0A46-B728-844DAAFAFE99}" srcOrd="0" destOrd="0" presId="urn:microsoft.com/office/officeart/2005/8/layout/hierarchy6"/>
    <dgm:cxn modelId="{59AA2A4D-4CC1-A84B-A99D-94626DE04263}" type="presParOf" srcId="{019D0BD9-857F-0A46-B728-844DAAFAFE99}" destId="{080A02DD-3BC7-8042-B411-117AFD464567}" srcOrd="0" destOrd="0" presId="urn:microsoft.com/office/officeart/2005/8/layout/hierarchy6"/>
    <dgm:cxn modelId="{09FDBE45-7A28-CC47-AE26-B6CB4E388955}" type="presParOf" srcId="{019D0BD9-857F-0A46-B728-844DAAFAFE99}" destId="{A8A68FE0-2364-B14D-B414-F571B201C185}" srcOrd="1" destOrd="0" presId="urn:microsoft.com/office/officeart/2005/8/layout/hierarchy6"/>
    <dgm:cxn modelId="{7442C5A9-46FC-4241-95AF-ECCC90BCA87B}" type="presParOf" srcId="{A8A68FE0-2364-B14D-B414-F571B201C185}" destId="{C16557ED-E791-3F44-8CCB-8096734746B9}" srcOrd="0" destOrd="0" presId="urn:microsoft.com/office/officeart/2005/8/layout/hierarchy6"/>
    <dgm:cxn modelId="{17C418E1-38EB-3A47-9676-18227807F072}" type="presParOf" srcId="{A8A68FE0-2364-B14D-B414-F571B201C185}" destId="{4964276E-AD14-0F4A-BECA-03FB440BA309}" srcOrd="1" destOrd="0" presId="urn:microsoft.com/office/officeart/2005/8/layout/hierarchy6"/>
    <dgm:cxn modelId="{F9C86157-DA83-DB4E-B05C-C2D9F9E28B8F}" type="presParOf" srcId="{4964276E-AD14-0F4A-BECA-03FB440BA309}" destId="{0E59E7AA-280E-6D41-8696-431FA8A33380}" srcOrd="0" destOrd="0" presId="urn:microsoft.com/office/officeart/2005/8/layout/hierarchy6"/>
    <dgm:cxn modelId="{AB524469-4779-B845-B279-08878A38DB95}" type="presParOf" srcId="{4964276E-AD14-0F4A-BECA-03FB440BA309}" destId="{7821A27D-E019-3149-AD4C-2DA0DBC5A506}" srcOrd="1" destOrd="0" presId="urn:microsoft.com/office/officeart/2005/8/layout/hierarchy6"/>
    <dgm:cxn modelId="{972A4C59-1022-214F-8DD2-17D64E936319}" type="presParOf" srcId="{7821A27D-E019-3149-AD4C-2DA0DBC5A506}" destId="{320AFE8F-4934-4D4C-BD6C-21E87F383E7F}" srcOrd="0" destOrd="0" presId="urn:microsoft.com/office/officeart/2005/8/layout/hierarchy6"/>
    <dgm:cxn modelId="{066F9923-C3D5-6644-A535-654BA16F41FB}" type="presParOf" srcId="{7821A27D-E019-3149-AD4C-2DA0DBC5A506}" destId="{07CD866A-5509-8E41-9D97-EC7DDAB96046}" srcOrd="1" destOrd="0" presId="urn:microsoft.com/office/officeart/2005/8/layout/hierarchy6"/>
    <dgm:cxn modelId="{4B266887-9BD0-6E48-B524-86E3C0A46DBF}" type="presParOf" srcId="{07CD866A-5509-8E41-9D97-EC7DDAB96046}" destId="{C9C5A5F4-D207-6441-9470-6EAAB2751DE4}" srcOrd="0" destOrd="0" presId="urn:microsoft.com/office/officeart/2005/8/layout/hierarchy6"/>
    <dgm:cxn modelId="{3CA074DA-B4CA-2C48-815F-5CAF1399C650}" type="presParOf" srcId="{07CD866A-5509-8E41-9D97-EC7DDAB96046}" destId="{3F4B7B13-6FF2-0C43-8B19-230DC54FBBB2}" srcOrd="1" destOrd="0" presId="urn:microsoft.com/office/officeart/2005/8/layout/hierarchy6"/>
    <dgm:cxn modelId="{69DDEC07-6F14-CF4E-A0E9-7ABF1EF89515}" type="presParOf" srcId="{3F4B7B13-6FF2-0C43-8B19-230DC54FBBB2}" destId="{D0DC6A94-A5C6-8842-B32F-71406F71CCFB}" srcOrd="0" destOrd="0" presId="urn:microsoft.com/office/officeart/2005/8/layout/hierarchy6"/>
    <dgm:cxn modelId="{E17C0CAE-92CB-AA4C-BC80-071D2B40B845}" type="presParOf" srcId="{3F4B7B13-6FF2-0C43-8B19-230DC54FBBB2}" destId="{1FB55944-3CE4-BC42-BD9D-28E852BA1C5C}" srcOrd="1" destOrd="0" presId="urn:microsoft.com/office/officeart/2005/8/layout/hierarchy6"/>
    <dgm:cxn modelId="{917E7021-07FA-EE43-82CA-7017EF86DDD9}" type="presParOf" srcId="{1FB55944-3CE4-BC42-BD9D-28E852BA1C5C}" destId="{680BB211-D9B3-D84D-A852-CB48C549AC50}" srcOrd="0" destOrd="0" presId="urn:microsoft.com/office/officeart/2005/8/layout/hierarchy6"/>
    <dgm:cxn modelId="{F88793C5-5F0F-424D-89DB-B48A49F2681B}" type="presParOf" srcId="{1FB55944-3CE4-BC42-BD9D-28E852BA1C5C}" destId="{3261D7B1-5042-004C-AD7F-8657D4ACFBBB}" srcOrd="1" destOrd="0" presId="urn:microsoft.com/office/officeart/2005/8/layout/hierarchy6"/>
    <dgm:cxn modelId="{A36F2681-E542-8B43-A39E-AA66822BD3E8}" type="presParOf" srcId="{A628436D-72B3-504F-A611-444D16DF8657}" destId="{0771236F-8B5D-2045-B3FE-49306D6FE58D}" srcOrd="1" destOrd="0" presId="urn:microsoft.com/office/officeart/2005/8/layout/hierarchy6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40511-2009-1747-AC8B-F94F08DBEA0E}" type="doc">
      <dgm:prSet loTypeId="urn:microsoft.com/office/officeart/2005/8/layout/hierarchy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0391C56-D5A9-C149-9120-434B93231B26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Family</a:t>
          </a:r>
        </a:p>
      </dgm:t>
    </dgm:pt>
    <dgm:pt modelId="{C109007D-F5A4-424D-92D8-D5FE48E543A5}" type="parTrans" cxnId="{FD52D914-B583-3A4F-862C-1FBB71606DCD}">
      <dgm:prSet/>
      <dgm:spPr/>
      <dgm:t>
        <a:bodyPr/>
        <a:lstStyle/>
        <a:p>
          <a:endParaRPr lang="en-GB" sz="3200"/>
        </a:p>
      </dgm:t>
    </dgm:pt>
    <dgm:pt modelId="{7C662BB6-632B-6C42-AF5D-D636CE60E48D}" type="sibTrans" cxnId="{FD52D914-B583-3A4F-862C-1FBB71606DCD}">
      <dgm:prSet/>
      <dgm:spPr/>
      <dgm:t>
        <a:bodyPr/>
        <a:lstStyle/>
        <a:p>
          <a:endParaRPr lang="en-GB" sz="3200"/>
        </a:p>
      </dgm:t>
    </dgm:pt>
    <dgm:pt modelId="{48900161-33C3-2643-860B-F227E9294982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GB" sz="3200">
              <a:solidFill>
                <a:schemeClr val="tx1">
                  <a:lumMod val="20000"/>
                  <a:lumOff val="80000"/>
                </a:schemeClr>
              </a:solidFill>
            </a:rPr>
            <a:t>Product Line</a:t>
          </a:r>
        </a:p>
      </dgm:t>
    </dgm:pt>
    <dgm:pt modelId="{4C1F8CDB-9019-934C-89A4-F3ABA743A2E7}" type="parTrans" cxnId="{A6850C42-FC87-B844-A5AA-CE7A43EAFB4F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18CB9EB2-B7DF-DC45-AB21-6190C6B37AFC}" type="sibTrans" cxnId="{A6850C42-FC87-B844-A5AA-CE7A43EAFB4F}">
      <dgm:prSet/>
      <dgm:spPr/>
      <dgm:t>
        <a:bodyPr/>
        <a:lstStyle/>
        <a:p>
          <a:endParaRPr lang="en-GB" sz="3200"/>
        </a:p>
      </dgm:t>
    </dgm:pt>
    <dgm:pt modelId="{DA2FBB51-75BA-294C-A11A-FB9C67D530B5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</a:t>
          </a:r>
        </a:p>
      </dgm:t>
    </dgm:pt>
    <dgm:pt modelId="{32C47296-0C15-9B45-863D-96524656CCAE}" type="parTrans" cxnId="{1D880BE1-91E2-3544-9C00-452B86FB5B32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6ECA5114-6B5E-AA4B-9863-4FB1640715AE}" type="sibTrans" cxnId="{1D880BE1-91E2-3544-9C00-452B86FB5B32}">
      <dgm:prSet/>
      <dgm:spPr/>
      <dgm:t>
        <a:bodyPr/>
        <a:lstStyle/>
        <a:p>
          <a:endParaRPr lang="en-GB" sz="3200"/>
        </a:p>
      </dgm:t>
    </dgm:pt>
    <dgm:pt modelId="{96A1F659-93ED-4749-AEEF-00D886AAFD55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Variant</a:t>
          </a:r>
        </a:p>
      </dgm:t>
    </dgm:pt>
    <dgm:pt modelId="{6BDD31F7-9C70-9041-90E1-EDA0C6FC8495}" type="parTrans" cxnId="{E64046EA-8DD5-9446-B5B2-7381AB36A886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71E26351-5450-0146-9882-2F33AD522260}" type="sibTrans" cxnId="{E64046EA-8DD5-9446-B5B2-7381AB36A886}">
      <dgm:prSet/>
      <dgm:spPr/>
      <dgm:t>
        <a:bodyPr/>
        <a:lstStyle/>
        <a:p>
          <a:endParaRPr lang="en-GB" sz="3200"/>
        </a:p>
      </dgm:t>
    </dgm:pt>
    <dgm:pt modelId="{A628436D-72B3-504F-A611-444D16DF8657}" type="pres">
      <dgm:prSet presAssocID="{D4940511-2009-1747-AC8B-F94F08DBEA0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56BCC67-EDA5-7640-A6E9-C2EE6150AF2F}" type="pres">
      <dgm:prSet presAssocID="{D4940511-2009-1747-AC8B-F94F08DBEA0E}" presName="hierFlow" presStyleCnt="0"/>
      <dgm:spPr/>
    </dgm:pt>
    <dgm:pt modelId="{9CE7CF8F-C367-9646-B56D-F1B9A0C01172}" type="pres">
      <dgm:prSet presAssocID="{D4940511-2009-1747-AC8B-F94F08DBEA0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19D0BD9-857F-0A46-B728-844DAAFAFE99}" type="pres">
      <dgm:prSet presAssocID="{70391C56-D5A9-C149-9120-434B93231B26}" presName="Name14" presStyleCnt="0"/>
      <dgm:spPr/>
    </dgm:pt>
    <dgm:pt modelId="{080A02DD-3BC7-8042-B411-117AFD464567}" type="pres">
      <dgm:prSet presAssocID="{70391C56-D5A9-C149-9120-434B93231B26}" presName="level1Shape" presStyleLbl="node0" presStyleIdx="0" presStyleCnt="1">
        <dgm:presLayoutVars>
          <dgm:chPref val="3"/>
        </dgm:presLayoutVars>
      </dgm:prSet>
      <dgm:spPr/>
    </dgm:pt>
    <dgm:pt modelId="{A8A68FE0-2364-B14D-B414-F571B201C185}" type="pres">
      <dgm:prSet presAssocID="{70391C56-D5A9-C149-9120-434B93231B26}" presName="hierChild2" presStyleCnt="0"/>
      <dgm:spPr/>
    </dgm:pt>
    <dgm:pt modelId="{C16557ED-E791-3F44-8CCB-8096734746B9}" type="pres">
      <dgm:prSet presAssocID="{4C1F8CDB-9019-934C-89A4-F3ABA743A2E7}" presName="Name19" presStyleLbl="parChTrans1D2" presStyleIdx="0" presStyleCnt="1"/>
      <dgm:spPr/>
    </dgm:pt>
    <dgm:pt modelId="{4964276E-AD14-0F4A-BECA-03FB440BA309}" type="pres">
      <dgm:prSet presAssocID="{48900161-33C3-2643-860B-F227E9294982}" presName="Name21" presStyleCnt="0"/>
      <dgm:spPr/>
    </dgm:pt>
    <dgm:pt modelId="{0E59E7AA-280E-6D41-8696-431FA8A33380}" type="pres">
      <dgm:prSet presAssocID="{48900161-33C3-2643-860B-F227E9294982}" presName="level2Shape" presStyleLbl="node2" presStyleIdx="0" presStyleCnt="1"/>
      <dgm:spPr/>
    </dgm:pt>
    <dgm:pt modelId="{7821A27D-E019-3149-AD4C-2DA0DBC5A506}" type="pres">
      <dgm:prSet presAssocID="{48900161-33C3-2643-860B-F227E9294982}" presName="hierChild3" presStyleCnt="0"/>
      <dgm:spPr/>
    </dgm:pt>
    <dgm:pt modelId="{320AFE8F-4934-4D4C-BD6C-21E87F383E7F}" type="pres">
      <dgm:prSet presAssocID="{32C47296-0C15-9B45-863D-96524656CCAE}" presName="Name19" presStyleLbl="parChTrans1D3" presStyleIdx="0" presStyleCnt="1"/>
      <dgm:spPr/>
    </dgm:pt>
    <dgm:pt modelId="{07CD866A-5509-8E41-9D97-EC7DDAB96046}" type="pres">
      <dgm:prSet presAssocID="{DA2FBB51-75BA-294C-A11A-FB9C67D530B5}" presName="Name21" presStyleCnt="0"/>
      <dgm:spPr/>
    </dgm:pt>
    <dgm:pt modelId="{C9C5A5F4-D207-6441-9470-6EAAB2751DE4}" type="pres">
      <dgm:prSet presAssocID="{DA2FBB51-75BA-294C-A11A-FB9C67D530B5}" presName="level2Shape" presStyleLbl="node3" presStyleIdx="0" presStyleCnt="1"/>
      <dgm:spPr/>
    </dgm:pt>
    <dgm:pt modelId="{3F4B7B13-6FF2-0C43-8B19-230DC54FBBB2}" type="pres">
      <dgm:prSet presAssocID="{DA2FBB51-75BA-294C-A11A-FB9C67D530B5}" presName="hierChild3" presStyleCnt="0"/>
      <dgm:spPr/>
    </dgm:pt>
    <dgm:pt modelId="{D0DC6A94-A5C6-8842-B32F-71406F71CCFB}" type="pres">
      <dgm:prSet presAssocID="{6BDD31F7-9C70-9041-90E1-EDA0C6FC8495}" presName="Name19" presStyleLbl="parChTrans1D4" presStyleIdx="0" presStyleCnt="1"/>
      <dgm:spPr/>
    </dgm:pt>
    <dgm:pt modelId="{1FB55944-3CE4-BC42-BD9D-28E852BA1C5C}" type="pres">
      <dgm:prSet presAssocID="{96A1F659-93ED-4749-AEEF-00D886AAFD55}" presName="Name21" presStyleCnt="0"/>
      <dgm:spPr/>
    </dgm:pt>
    <dgm:pt modelId="{680BB211-D9B3-D84D-A852-CB48C549AC50}" type="pres">
      <dgm:prSet presAssocID="{96A1F659-93ED-4749-AEEF-00D886AAFD55}" presName="level2Shape" presStyleLbl="node4" presStyleIdx="0" presStyleCnt="1"/>
      <dgm:spPr/>
    </dgm:pt>
    <dgm:pt modelId="{3261D7B1-5042-004C-AD7F-8657D4ACFBBB}" type="pres">
      <dgm:prSet presAssocID="{96A1F659-93ED-4749-AEEF-00D886AAFD55}" presName="hierChild3" presStyleCnt="0"/>
      <dgm:spPr/>
    </dgm:pt>
    <dgm:pt modelId="{0771236F-8B5D-2045-B3FE-49306D6FE58D}" type="pres">
      <dgm:prSet presAssocID="{D4940511-2009-1747-AC8B-F94F08DBEA0E}" presName="bgShapesFlow" presStyleCnt="0"/>
      <dgm:spPr/>
    </dgm:pt>
  </dgm:ptLst>
  <dgm:cxnLst>
    <dgm:cxn modelId="{FD52D914-B583-3A4F-862C-1FBB71606DCD}" srcId="{D4940511-2009-1747-AC8B-F94F08DBEA0E}" destId="{70391C56-D5A9-C149-9120-434B93231B26}" srcOrd="0" destOrd="0" parTransId="{C109007D-F5A4-424D-92D8-D5FE48E543A5}" sibTransId="{7C662BB6-632B-6C42-AF5D-D636CE60E48D}"/>
    <dgm:cxn modelId="{4E4A4B15-B5FD-D242-9724-7D6A07B7B51C}" type="presOf" srcId="{DA2FBB51-75BA-294C-A11A-FB9C67D530B5}" destId="{C9C5A5F4-D207-6441-9470-6EAAB2751DE4}" srcOrd="0" destOrd="0" presId="urn:microsoft.com/office/officeart/2005/8/layout/hierarchy6"/>
    <dgm:cxn modelId="{A6850C42-FC87-B844-A5AA-CE7A43EAFB4F}" srcId="{70391C56-D5A9-C149-9120-434B93231B26}" destId="{48900161-33C3-2643-860B-F227E9294982}" srcOrd="0" destOrd="0" parTransId="{4C1F8CDB-9019-934C-89A4-F3ABA743A2E7}" sibTransId="{18CB9EB2-B7DF-DC45-AB21-6190C6B37AFC}"/>
    <dgm:cxn modelId="{D54E9165-ECCD-804A-BDBC-F596AA240AA7}" type="presOf" srcId="{4C1F8CDB-9019-934C-89A4-F3ABA743A2E7}" destId="{C16557ED-E791-3F44-8CCB-8096734746B9}" srcOrd="0" destOrd="0" presId="urn:microsoft.com/office/officeart/2005/8/layout/hierarchy6"/>
    <dgm:cxn modelId="{78170F66-634B-0E47-B8F0-2806F5BD3FF0}" type="presOf" srcId="{32C47296-0C15-9B45-863D-96524656CCAE}" destId="{320AFE8F-4934-4D4C-BD6C-21E87F383E7F}" srcOrd="0" destOrd="0" presId="urn:microsoft.com/office/officeart/2005/8/layout/hierarchy6"/>
    <dgm:cxn modelId="{961ACF53-2A72-9F48-B98F-7B39998A77E0}" type="presOf" srcId="{70391C56-D5A9-C149-9120-434B93231B26}" destId="{080A02DD-3BC7-8042-B411-117AFD464567}" srcOrd="0" destOrd="0" presId="urn:microsoft.com/office/officeart/2005/8/layout/hierarchy6"/>
    <dgm:cxn modelId="{DF194BAB-8CBB-5845-A05E-FB32AEA0E97B}" type="presOf" srcId="{6BDD31F7-9C70-9041-90E1-EDA0C6FC8495}" destId="{D0DC6A94-A5C6-8842-B32F-71406F71CCFB}" srcOrd="0" destOrd="0" presId="urn:microsoft.com/office/officeart/2005/8/layout/hierarchy6"/>
    <dgm:cxn modelId="{D80AA4BC-DB07-424F-8BFC-2B529804CA4D}" type="presOf" srcId="{48900161-33C3-2643-860B-F227E9294982}" destId="{0E59E7AA-280E-6D41-8696-431FA8A33380}" srcOrd="0" destOrd="0" presId="urn:microsoft.com/office/officeart/2005/8/layout/hierarchy6"/>
    <dgm:cxn modelId="{5BBB86CE-78F5-8145-A91C-8F684471F211}" type="presOf" srcId="{96A1F659-93ED-4749-AEEF-00D886AAFD55}" destId="{680BB211-D9B3-D84D-A852-CB48C549AC50}" srcOrd="0" destOrd="0" presId="urn:microsoft.com/office/officeart/2005/8/layout/hierarchy6"/>
    <dgm:cxn modelId="{1D880BE1-91E2-3544-9C00-452B86FB5B32}" srcId="{48900161-33C3-2643-860B-F227E9294982}" destId="{DA2FBB51-75BA-294C-A11A-FB9C67D530B5}" srcOrd="0" destOrd="0" parTransId="{32C47296-0C15-9B45-863D-96524656CCAE}" sibTransId="{6ECA5114-6B5E-AA4B-9863-4FB1640715AE}"/>
    <dgm:cxn modelId="{E64046EA-8DD5-9446-B5B2-7381AB36A886}" srcId="{DA2FBB51-75BA-294C-A11A-FB9C67D530B5}" destId="{96A1F659-93ED-4749-AEEF-00D886AAFD55}" srcOrd="0" destOrd="0" parTransId="{6BDD31F7-9C70-9041-90E1-EDA0C6FC8495}" sibTransId="{71E26351-5450-0146-9882-2F33AD522260}"/>
    <dgm:cxn modelId="{B80A4FF5-F651-5043-AA4C-709A7E13DC35}" type="presOf" srcId="{D4940511-2009-1747-AC8B-F94F08DBEA0E}" destId="{A628436D-72B3-504F-A611-444D16DF8657}" srcOrd="0" destOrd="0" presId="urn:microsoft.com/office/officeart/2005/8/layout/hierarchy6"/>
    <dgm:cxn modelId="{289DA2FA-7998-6747-9E72-07A53C006EAD}" type="presParOf" srcId="{A628436D-72B3-504F-A611-444D16DF8657}" destId="{756BCC67-EDA5-7640-A6E9-C2EE6150AF2F}" srcOrd="0" destOrd="0" presId="urn:microsoft.com/office/officeart/2005/8/layout/hierarchy6"/>
    <dgm:cxn modelId="{9DBF84DD-7BD5-E04A-A31D-FB923F43BAFF}" type="presParOf" srcId="{756BCC67-EDA5-7640-A6E9-C2EE6150AF2F}" destId="{9CE7CF8F-C367-9646-B56D-F1B9A0C01172}" srcOrd="0" destOrd="0" presId="urn:microsoft.com/office/officeart/2005/8/layout/hierarchy6"/>
    <dgm:cxn modelId="{B5E232FE-1FA3-6D42-A80F-A67442A752D1}" type="presParOf" srcId="{9CE7CF8F-C367-9646-B56D-F1B9A0C01172}" destId="{019D0BD9-857F-0A46-B728-844DAAFAFE99}" srcOrd="0" destOrd="0" presId="urn:microsoft.com/office/officeart/2005/8/layout/hierarchy6"/>
    <dgm:cxn modelId="{59AA2A4D-4CC1-A84B-A99D-94626DE04263}" type="presParOf" srcId="{019D0BD9-857F-0A46-B728-844DAAFAFE99}" destId="{080A02DD-3BC7-8042-B411-117AFD464567}" srcOrd="0" destOrd="0" presId="urn:microsoft.com/office/officeart/2005/8/layout/hierarchy6"/>
    <dgm:cxn modelId="{09FDBE45-7A28-CC47-AE26-B6CB4E388955}" type="presParOf" srcId="{019D0BD9-857F-0A46-B728-844DAAFAFE99}" destId="{A8A68FE0-2364-B14D-B414-F571B201C185}" srcOrd="1" destOrd="0" presId="urn:microsoft.com/office/officeart/2005/8/layout/hierarchy6"/>
    <dgm:cxn modelId="{7442C5A9-46FC-4241-95AF-ECCC90BCA87B}" type="presParOf" srcId="{A8A68FE0-2364-B14D-B414-F571B201C185}" destId="{C16557ED-E791-3F44-8CCB-8096734746B9}" srcOrd="0" destOrd="0" presId="urn:microsoft.com/office/officeart/2005/8/layout/hierarchy6"/>
    <dgm:cxn modelId="{17C418E1-38EB-3A47-9676-18227807F072}" type="presParOf" srcId="{A8A68FE0-2364-B14D-B414-F571B201C185}" destId="{4964276E-AD14-0F4A-BECA-03FB440BA309}" srcOrd="1" destOrd="0" presId="urn:microsoft.com/office/officeart/2005/8/layout/hierarchy6"/>
    <dgm:cxn modelId="{F9C86157-DA83-DB4E-B05C-C2D9F9E28B8F}" type="presParOf" srcId="{4964276E-AD14-0F4A-BECA-03FB440BA309}" destId="{0E59E7AA-280E-6D41-8696-431FA8A33380}" srcOrd="0" destOrd="0" presId="urn:microsoft.com/office/officeart/2005/8/layout/hierarchy6"/>
    <dgm:cxn modelId="{AB524469-4779-B845-B279-08878A38DB95}" type="presParOf" srcId="{4964276E-AD14-0F4A-BECA-03FB440BA309}" destId="{7821A27D-E019-3149-AD4C-2DA0DBC5A506}" srcOrd="1" destOrd="0" presId="urn:microsoft.com/office/officeart/2005/8/layout/hierarchy6"/>
    <dgm:cxn modelId="{972A4C59-1022-214F-8DD2-17D64E936319}" type="presParOf" srcId="{7821A27D-E019-3149-AD4C-2DA0DBC5A506}" destId="{320AFE8F-4934-4D4C-BD6C-21E87F383E7F}" srcOrd="0" destOrd="0" presId="urn:microsoft.com/office/officeart/2005/8/layout/hierarchy6"/>
    <dgm:cxn modelId="{066F9923-C3D5-6644-A535-654BA16F41FB}" type="presParOf" srcId="{7821A27D-E019-3149-AD4C-2DA0DBC5A506}" destId="{07CD866A-5509-8E41-9D97-EC7DDAB96046}" srcOrd="1" destOrd="0" presId="urn:microsoft.com/office/officeart/2005/8/layout/hierarchy6"/>
    <dgm:cxn modelId="{4B266887-9BD0-6E48-B524-86E3C0A46DBF}" type="presParOf" srcId="{07CD866A-5509-8E41-9D97-EC7DDAB96046}" destId="{C9C5A5F4-D207-6441-9470-6EAAB2751DE4}" srcOrd="0" destOrd="0" presId="urn:microsoft.com/office/officeart/2005/8/layout/hierarchy6"/>
    <dgm:cxn modelId="{3CA074DA-B4CA-2C48-815F-5CAF1399C650}" type="presParOf" srcId="{07CD866A-5509-8E41-9D97-EC7DDAB96046}" destId="{3F4B7B13-6FF2-0C43-8B19-230DC54FBBB2}" srcOrd="1" destOrd="0" presId="urn:microsoft.com/office/officeart/2005/8/layout/hierarchy6"/>
    <dgm:cxn modelId="{69DDEC07-6F14-CF4E-A0E9-7ABF1EF89515}" type="presParOf" srcId="{3F4B7B13-6FF2-0C43-8B19-230DC54FBBB2}" destId="{D0DC6A94-A5C6-8842-B32F-71406F71CCFB}" srcOrd="0" destOrd="0" presId="urn:microsoft.com/office/officeart/2005/8/layout/hierarchy6"/>
    <dgm:cxn modelId="{E17C0CAE-92CB-AA4C-BC80-071D2B40B845}" type="presParOf" srcId="{3F4B7B13-6FF2-0C43-8B19-230DC54FBBB2}" destId="{1FB55944-3CE4-BC42-BD9D-28E852BA1C5C}" srcOrd="1" destOrd="0" presId="urn:microsoft.com/office/officeart/2005/8/layout/hierarchy6"/>
    <dgm:cxn modelId="{917E7021-07FA-EE43-82CA-7017EF86DDD9}" type="presParOf" srcId="{1FB55944-3CE4-BC42-BD9D-28E852BA1C5C}" destId="{680BB211-D9B3-D84D-A852-CB48C549AC50}" srcOrd="0" destOrd="0" presId="urn:microsoft.com/office/officeart/2005/8/layout/hierarchy6"/>
    <dgm:cxn modelId="{F88793C5-5F0F-424D-89DB-B48A49F2681B}" type="presParOf" srcId="{1FB55944-3CE4-BC42-BD9D-28E852BA1C5C}" destId="{3261D7B1-5042-004C-AD7F-8657D4ACFBBB}" srcOrd="1" destOrd="0" presId="urn:microsoft.com/office/officeart/2005/8/layout/hierarchy6"/>
    <dgm:cxn modelId="{A36F2681-E542-8B43-A39E-AA66822BD3E8}" type="presParOf" srcId="{A628436D-72B3-504F-A611-444D16DF8657}" destId="{0771236F-8B5D-2045-B3FE-49306D6FE58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940511-2009-1747-AC8B-F94F08DBEA0E}" type="doc">
      <dgm:prSet loTypeId="urn:microsoft.com/office/officeart/2005/8/layout/hierarchy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0391C56-D5A9-C149-9120-434B93231B26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Family</a:t>
          </a:r>
        </a:p>
      </dgm:t>
    </dgm:pt>
    <dgm:pt modelId="{C109007D-F5A4-424D-92D8-D5FE48E543A5}" type="parTrans" cxnId="{FD52D914-B583-3A4F-862C-1FBB71606DCD}">
      <dgm:prSet/>
      <dgm:spPr/>
      <dgm:t>
        <a:bodyPr/>
        <a:lstStyle/>
        <a:p>
          <a:endParaRPr lang="en-GB" sz="3200"/>
        </a:p>
      </dgm:t>
    </dgm:pt>
    <dgm:pt modelId="{7C662BB6-632B-6C42-AF5D-D636CE60E48D}" type="sibTrans" cxnId="{FD52D914-B583-3A4F-862C-1FBB71606DCD}">
      <dgm:prSet/>
      <dgm:spPr/>
      <dgm:t>
        <a:bodyPr/>
        <a:lstStyle/>
        <a:p>
          <a:endParaRPr lang="en-GB" sz="3200"/>
        </a:p>
      </dgm:t>
    </dgm:pt>
    <dgm:pt modelId="{48900161-33C3-2643-860B-F227E9294982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Line</a:t>
          </a:r>
        </a:p>
      </dgm:t>
    </dgm:pt>
    <dgm:pt modelId="{4C1F8CDB-9019-934C-89A4-F3ABA743A2E7}" type="parTrans" cxnId="{A6850C42-FC87-B844-A5AA-CE7A43EAFB4F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18CB9EB2-B7DF-DC45-AB21-6190C6B37AFC}" type="sibTrans" cxnId="{A6850C42-FC87-B844-A5AA-CE7A43EAFB4F}">
      <dgm:prSet/>
      <dgm:spPr/>
      <dgm:t>
        <a:bodyPr/>
        <a:lstStyle/>
        <a:p>
          <a:endParaRPr lang="en-GB" sz="3200"/>
        </a:p>
      </dgm:t>
    </dgm:pt>
    <dgm:pt modelId="{DA2FBB51-75BA-294C-A11A-FB9C67D530B5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GB" sz="3200">
              <a:solidFill>
                <a:schemeClr val="tx1">
                  <a:lumMod val="20000"/>
                  <a:lumOff val="80000"/>
                </a:schemeClr>
              </a:solidFill>
            </a:rPr>
            <a:t>Product</a:t>
          </a:r>
        </a:p>
      </dgm:t>
    </dgm:pt>
    <dgm:pt modelId="{32C47296-0C15-9B45-863D-96524656CCAE}" type="parTrans" cxnId="{1D880BE1-91E2-3544-9C00-452B86FB5B32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6ECA5114-6B5E-AA4B-9863-4FB1640715AE}" type="sibTrans" cxnId="{1D880BE1-91E2-3544-9C00-452B86FB5B32}">
      <dgm:prSet/>
      <dgm:spPr/>
      <dgm:t>
        <a:bodyPr/>
        <a:lstStyle/>
        <a:p>
          <a:endParaRPr lang="en-GB" sz="3200"/>
        </a:p>
      </dgm:t>
    </dgm:pt>
    <dgm:pt modelId="{96A1F659-93ED-4749-AEEF-00D886AAFD55}">
      <dgm:prSet phldrT="[Text]" custT="1"/>
      <dgm:spPr>
        <a:solidFill>
          <a:schemeClr val="bg1">
            <a:lumMod val="40000"/>
            <a:lumOff val="60000"/>
          </a:schemeClr>
        </a:solidFill>
      </dgm:spPr>
      <dgm:t>
        <a:bodyPr/>
        <a:lstStyle/>
        <a:p>
          <a:r>
            <a:rPr lang="en-GB" sz="3200"/>
            <a:t>Product Variant</a:t>
          </a:r>
        </a:p>
      </dgm:t>
    </dgm:pt>
    <dgm:pt modelId="{6BDD31F7-9C70-9041-90E1-EDA0C6FC8495}" type="parTrans" cxnId="{E64046EA-8DD5-9446-B5B2-7381AB36A886}">
      <dgm:prSet/>
      <dgm:spPr>
        <a:ln>
          <a:tailEnd type="stealth" w="lg" len="lg"/>
        </a:ln>
      </dgm:spPr>
      <dgm:t>
        <a:bodyPr/>
        <a:lstStyle/>
        <a:p>
          <a:endParaRPr lang="en-GB" sz="3200"/>
        </a:p>
      </dgm:t>
    </dgm:pt>
    <dgm:pt modelId="{71E26351-5450-0146-9882-2F33AD522260}" type="sibTrans" cxnId="{E64046EA-8DD5-9446-B5B2-7381AB36A886}">
      <dgm:prSet/>
      <dgm:spPr/>
      <dgm:t>
        <a:bodyPr/>
        <a:lstStyle/>
        <a:p>
          <a:endParaRPr lang="en-GB" sz="3200"/>
        </a:p>
      </dgm:t>
    </dgm:pt>
    <dgm:pt modelId="{A628436D-72B3-504F-A611-444D16DF8657}" type="pres">
      <dgm:prSet presAssocID="{D4940511-2009-1747-AC8B-F94F08DBEA0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56BCC67-EDA5-7640-A6E9-C2EE6150AF2F}" type="pres">
      <dgm:prSet presAssocID="{D4940511-2009-1747-AC8B-F94F08DBEA0E}" presName="hierFlow" presStyleCnt="0"/>
      <dgm:spPr/>
    </dgm:pt>
    <dgm:pt modelId="{9CE7CF8F-C367-9646-B56D-F1B9A0C01172}" type="pres">
      <dgm:prSet presAssocID="{D4940511-2009-1747-AC8B-F94F08DBEA0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19D0BD9-857F-0A46-B728-844DAAFAFE99}" type="pres">
      <dgm:prSet presAssocID="{70391C56-D5A9-C149-9120-434B93231B26}" presName="Name14" presStyleCnt="0"/>
      <dgm:spPr/>
    </dgm:pt>
    <dgm:pt modelId="{080A02DD-3BC7-8042-B411-117AFD464567}" type="pres">
      <dgm:prSet presAssocID="{70391C56-D5A9-C149-9120-434B93231B26}" presName="level1Shape" presStyleLbl="node0" presStyleIdx="0" presStyleCnt="1">
        <dgm:presLayoutVars>
          <dgm:chPref val="3"/>
        </dgm:presLayoutVars>
      </dgm:prSet>
      <dgm:spPr/>
    </dgm:pt>
    <dgm:pt modelId="{A8A68FE0-2364-B14D-B414-F571B201C185}" type="pres">
      <dgm:prSet presAssocID="{70391C56-D5A9-C149-9120-434B93231B26}" presName="hierChild2" presStyleCnt="0"/>
      <dgm:spPr/>
    </dgm:pt>
    <dgm:pt modelId="{C16557ED-E791-3F44-8CCB-8096734746B9}" type="pres">
      <dgm:prSet presAssocID="{4C1F8CDB-9019-934C-89A4-F3ABA743A2E7}" presName="Name19" presStyleLbl="parChTrans1D2" presStyleIdx="0" presStyleCnt="1"/>
      <dgm:spPr/>
    </dgm:pt>
    <dgm:pt modelId="{4964276E-AD14-0F4A-BECA-03FB440BA309}" type="pres">
      <dgm:prSet presAssocID="{48900161-33C3-2643-860B-F227E9294982}" presName="Name21" presStyleCnt="0"/>
      <dgm:spPr/>
    </dgm:pt>
    <dgm:pt modelId="{0E59E7AA-280E-6D41-8696-431FA8A33380}" type="pres">
      <dgm:prSet presAssocID="{48900161-33C3-2643-860B-F227E9294982}" presName="level2Shape" presStyleLbl="node2" presStyleIdx="0" presStyleCnt="1"/>
      <dgm:spPr/>
    </dgm:pt>
    <dgm:pt modelId="{7821A27D-E019-3149-AD4C-2DA0DBC5A506}" type="pres">
      <dgm:prSet presAssocID="{48900161-33C3-2643-860B-F227E9294982}" presName="hierChild3" presStyleCnt="0"/>
      <dgm:spPr/>
    </dgm:pt>
    <dgm:pt modelId="{320AFE8F-4934-4D4C-BD6C-21E87F383E7F}" type="pres">
      <dgm:prSet presAssocID="{32C47296-0C15-9B45-863D-96524656CCAE}" presName="Name19" presStyleLbl="parChTrans1D3" presStyleIdx="0" presStyleCnt="1"/>
      <dgm:spPr/>
    </dgm:pt>
    <dgm:pt modelId="{07CD866A-5509-8E41-9D97-EC7DDAB96046}" type="pres">
      <dgm:prSet presAssocID="{DA2FBB51-75BA-294C-A11A-FB9C67D530B5}" presName="Name21" presStyleCnt="0"/>
      <dgm:spPr/>
    </dgm:pt>
    <dgm:pt modelId="{C9C5A5F4-D207-6441-9470-6EAAB2751DE4}" type="pres">
      <dgm:prSet presAssocID="{DA2FBB51-75BA-294C-A11A-FB9C67D530B5}" presName="level2Shape" presStyleLbl="node3" presStyleIdx="0" presStyleCnt="1"/>
      <dgm:spPr/>
    </dgm:pt>
    <dgm:pt modelId="{3F4B7B13-6FF2-0C43-8B19-230DC54FBBB2}" type="pres">
      <dgm:prSet presAssocID="{DA2FBB51-75BA-294C-A11A-FB9C67D530B5}" presName="hierChild3" presStyleCnt="0"/>
      <dgm:spPr/>
    </dgm:pt>
    <dgm:pt modelId="{D0DC6A94-A5C6-8842-B32F-71406F71CCFB}" type="pres">
      <dgm:prSet presAssocID="{6BDD31F7-9C70-9041-90E1-EDA0C6FC8495}" presName="Name19" presStyleLbl="parChTrans1D4" presStyleIdx="0" presStyleCnt="1"/>
      <dgm:spPr/>
    </dgm:pt>
    <dgm:pt modelId="{1FB55944-3CE4-BC42-BD9D-28E852BA1C5C}" type="pres">
      <dgm:prSet presAssocID="{96A1F659-93ED-4749-AEEF-00D886AAFD55}" presName="Name21" presStyleCnt="0"/>
      <dgm:spPr/>
    </dgm:pt>
    <dgm:pt modelId="{680BB211-D9B3-D84D-A852-CB48C549AC50}" type="pres">
      <dgm:prSet presAssocID="{96A1F659-93ED-4749-AEEF-00D886AAFD55}" presName="level2Shape" presStyleLbl="node4" presStyleIdx="0" presStyleCnt="1"/>
      <dgm:spPr/>
    </dgm:pt>
    <dgm:pt modelId="{3261D7B1-5042-004C-AD7F-8657D4ACFBBB}" type="pres">
      <dgm:prSet presAssocID="{96A1F659-93ED-4749-AEEF-00D886AAFD55}" presName="hierChild3" presStyleCnt="0"/>
      <dgm:spPr/>
    </dgm:pt>
    <dgm:pt modelId="{0771236F-8B5D-2045-B3FE-49306D6FE58D}" type="pres">
      <dgm:prSet presAssocID="{D4940511-2009-1747-AC8B-F94F08DBEA0E}" presName="bgShapesFlow" presStyleCnt="0"/>
      <dgm:spPr/>
    </dgm:pt>
  </dgm:ptLst>
  <dgm:cxnLst>
    <dgm:cxn modelId="{FD52D914-B583-3A4F-862C-1FBB71606DCD}" srcId="{D4940511-2009-1747-AC8B-F94F08DBEA0E}" destId="{70391C56-D5A9-C149-9120-434B93231B26}" srcOrd="0" destOrd="0" parTransId="{C109007D-F5A4-424D-92D8-D5FE48E543A5}" sibTransId="{7C662BB6-632B-6C42-AF5D-D636CE60E48D}"/>
    <dgm:cxn modelId="{4E4A4B15-B5FD-D242-9724-7D6A07B7B51C}" type="presOf" srcId="{DA2FBB51-75BA-294C-A11A-FB9C67D530B5}" destId="{C9C5A5F4-D207-6441-9470-6EAAB2751DE4}" srcOrd="0" destOrd="0" presId="urn:microsoft.com/office/officeart/2005/8/layout/hierarchy6"/>
    <dgm:cxn modelId="{A6850C42-FC87-B844-A5AA-CE7A43EAFB4F}" srcId="{70391C56-D5A9-C149-9120-434B93231B26}" destId="{48900161-33C3-2643-860B-F227E9294982}" srcOrd="0" destOrd="0" parTransId="{4C1F8CDB-9019-934C-89A4-F3ABA743A2E7}" sibTransId="{18CB9EB2-B7DF-DC45-AB21-6190C6B37AFC}"/>
    <dgm:cxn modelId="{D54E9165-ECCD-804A-BDBC-F596AA240AA7}" type="presOf" srcId="{4C1F8CDB-9019-934C-89A4-F3ABA743A2E7}" destId="{C16557ED-E791-3F44-8CCB-8096734746B9}" srcOrd="0" destOrd="0" presId="urn:microsoft.com/office/officeart/2005/8/layout/hierarchy6"/>
    <dgm:cxn modelId="{78170F66-634B-0E47-B8F0-2806F5BD3FF0}" type="presOf" srcId="{32C47296-0C15-9B45-863D-96524656CCAE}" destId="{320AFE8F-4934-4D4C-BD6C-21E87F383E7F}" srcOrd="0" destOrd="0" presId="urn:microsoft.com/office/officeart/2005/8/layout/hierarchy6"/>
    <dgm:cxn modelId="{961ACF53-2A72-9F48-B98F-7B39998A77E0}" type="presOf" srcId="{70391C56-D5A9-C149-9120-434B93231B26}" destId="{080A02DD-3BC7-8042-B411-117AFD464567}" srcOrd="0" destOrd="0" presId="urn:microsoft.com/office/officeart/2005/8/layout/hierarchy6"/>
    <dgm:cxn modelId="{DF194BAB-8CBB-5845-A05E-FB32AEA0E97B}" type="presOf" srcId="{6BDD31F7-9C70-9041-90E1-EDA0C6FC8495}" destId="{D0DC6A94-A5C6-8842-B32F-71406F71CCFB}" srcOrd="0" destOrd="0" presId="urn:microsoft.com/office/officeart/2005/8/layout/hierarchy6"/>
    <dgm:cxn modelId="{D80AA4BC-DB07-424F-8BFC-2B529804CA4D}" type="presOf" srcId="{48900161-33C3-2643-860B-F227E9294982}" destId="{0E59E7AA-280E-6D41-8696-431FA8A33380}" srcOrd="0" destOrd="0" presId="urn:microsoft.com/office/officeart/2005/8/layout/hierarchy6"/>
    <dgm:cxn modelId="{5BBB86CE-78F5-8145-A91C-8F684471F211}" type="presOf" srcId="{96A1F659-93ED-4749-AEEF-00D886AAFD55}" destId="{680BB211-D9B3-D84D-A852-CB48C549AC50}" srcOrd="0" destOrd="0" presId="urn:microsoft.com/office/officeart/2005/8/layout/hierarchy6"/>
    <dgm:cxn modelId="{1D880BE1-91E2-3544-9C00-452B86FB5B32}" srcId="{48900161-33C3-2643-860B-F227E9294982}" destId="{DA2FBB51-75BA-294C-A11A-FB9C67D530B5}" srcOrd="0" destOrd="0" parTransId="{32C47296-0C15-9B45-863D-96524656CCAE}" sibTransId="{6ECA5114-6B5E-AA4B-9863-4FB1640715AE}"/>
    <dgm:cxn modelId="{E64046EA-8DD5-9446-B5B2-7381AB36A886}" srcId="{DA2FBB51-75BA-294C-A11A-FB9C67D530B5}" destId="{96A1F659-93ED-4749-AEEF-00D886AAFD55}" srcOrd="0" destOrd="0" parTransId="{6BDD31F7-9C70-9041-90E1-EDA0C6FC8495}" sibTransId="{71E26351-5450-0146-9882-2F33AD522260}"/>
    <dgm:cxn modelId="{B80A4FF5-F651-5043-AA4C-709A7E13DC35}" type="presOf" srcId="{D4940511-2009-1747-AC8B-F94F08DBEA0E}" destId="{A628436D-72B3-504F-A611-444D16DF8657}" srcOrd="0" destOrd="0" presId="urn:microsoft.com/office/officeart/2005/8/layout/hierarchy6"/>
    <dgm:cxn modelId="{289DA2FA-7998-6747-9E72-07A53C006EAD}" type="presParOf" srcId="{A628436D-72B3-504F-A611-444D16DF8657}" destId="{756BCC67-EDA5-7640-A6E9-C2EE6150AF2F}" srcOrd="0" destOrd="0" presId="urn:microsoft.com/office/officeart/2005/8/layout/hierarchy6"/>
    <dgm:cxn modelId="{9DBF84DD-7BD5-E04A-A31D-FB923F43BAFF}" type="presParOf" srcId="{756BCC67-EDA5-7640-A6E9-C2EE6150AF2F}" destId="{9CE7CF8F-C367-9646-B56D-F1B9A0C01172}" srcOrd="0" destOrd="0" presId="urn:microsoft.com/office/officeart/2005/8/layout/hierarchy6"/>
    <dgm:cxn modelId="{B5E232FE-1FA3-6D42-A80F-A67442A752D1}" type="presParOf" srcId="{9CE7CF8F-C367-9646-B56D-F1B9A0C01172}" destId="{019D0BD9-857F-0A46-B728-844DAAFAFE99}" srcOrd="0" destOrd="0" presId="urn:microsoft.com/office/officeart/2005/8/layout/hierarchy6"/>
    <dgm:cxn modelId="{59AA2A4D-4CC1-A84B-A99D-94626DE04263}" type="presParOf" srcId="{019D0BD9-857F-0A46-B728-844DAAFAFE99}" destId="{080A02DD-3BC7-8042-B411-117AFD464567}" srcOrd="0" destOrd="0" presId="urn:microsoft.com/office/officeart/2005/8/layout/hierarchy6"/>
    <dgm:cxn modelId="{09FDBE45-7A28-CC47-AE26-B6CB4E388955}" type="presParOf" srcId="{019D0BD9-857F-0A46-B728-844DAAFAFE99}" destId="{A8A68FE0-2364-B14D-B414-F571B201C185}" srcOrd="1" destOrd="0" presId="urn:microsoft.com/office/officeart/2005/8/layout/hierarchy6"/>
    <dgm:cxn modelId="{7442C5A9-46FC-4241-95AF-ECCC90BCA87B}" type="presParOf" srcId="{A8A68FE0-2364-B14D-B414-F571B201C185}" destId="{C16557ED-E791-3F44-8CCB-8096734746B9}" srcOrd="0" destOrd="0" presId="urn:microsoft.com/office/officeart/2005/8/layout/hierarchy6"/>
    <dgm:cxn modelId="{17C418E1-38EB-3A47-9676-18227807F072}" type="presParOf" srcId="{A8A68FE0-2364-B14D-B414-F571B201C185}" destId="{4964276E-AD14-0F4A-BECA-03FB440BA309}" srcOrd="1" destOrd="0" presId="urn:microsoft.com/office/officeart/2005/8/layout/hierarchy6"/>
    <dgm:cxn modelId="{F9C86157-DA83-DB4E-B05C-C2D9F9E28B8F}" type="presParOf" srcId="{4964276E-AD14-0F4A-BECA-03FB440BA309}" destId="{0E59E7AA-280E-6D41-8696-431FA8A33380}" srcOrd="0" destOrd="0" presId="urn:microsoft.com/office/officeart/2005/8/layout/hierarchy6"/>
    <dgm:cxn modelId="{AB524469-4779-B845-B279-08878A38DB95}" type="presParOf" srcId="{4964276E-AD14-0F4A-BECA-03FB440BA309}" destId="{7821A27D-E019-3149-AD4C-2DA0DBC5A506}" srcOrd="1" destOrd="0" presId="urn:microsoft.com/office/officeart/2005/8/layout/hierarchy6"/>
    <dgm:cxn modelId="{972A4C59-1022-214F-8DD2-17D64E936319}" type="presParOf" srcId="{7821A27D-E019-3149-AD4C-2DA0DBC5A506}" destId="{320AFE8F-4934-4D4C-BD6C-21E87F383E7F}" srcOrd="0" destOrd="0" presId="urn:microsoft.com/office/officeart/2005/8/layout/hierarchy6"/>
    <dgm:cxn modelId="{066F9923-C3D5-6644-A535-654BA16F41FB}" type="presParOf" srcId="{7821A27D-E019-3149-AD4C-2DA0DBC5A506}" destId="{07CD866A-5509-8E41-9D97-EC7DDAB96046}" srcOrd="1" destOrd="0" presId="urn:microsoft.com/office/officeart/2005/8/layout/hierarchy6"/>
    <dgm:cxn modelId="{4B266887-9BD0-6E48-B524-86E3C0A46DBF}" type="presParOf" srcId="{07CD866A-5509-8E41-9D97-EC7DDAB96046}" destId="{C9C5A5F4-D207-6441-9470-6EAAB2751DE4}" srcOrd="0" destOrd="0" presId="urn:microsoft.com/office/officeart/2005/8/layout/hierarchy6"/>
    <dgm:cxn modelId="{3CA074DA-B4CA-2C48-815F-5CAF1399C650}" type="presParOf" srcId="{07CD866A-5509-8E41-9D97-EC7DDAB96046}" destId="{3F4B7B13-6FF2-0C43-8B19-230DC54FBBB2}" srcOrd="1" destOrd="0" presId="urn:microsoft.com/office/officeart/2005/8/layout/hierarchy6"/>
    <dgm:cxn modelId="{69DDEC07-6F14-CF4E-A0E9-7ABF1EF89515}" type="presParOf" srcId="{3F4B7B13-6FF2-0C43-8B19-230DC54FBBB2}" destId="{D0DC6A94-A5C6-8842-B32F-71406F71CCFB}" srcOrd="0" destOrd="0" presId="urn:microsoft.com/office/officeart/2005/8/layout/hierarchy6"/>
    <dgm:cxn modelId="{E17C0CAE-92CB-AA4C-BC80-071D2B40B845}" type="presParOf" srcId="{3F4B7B13-6FF2-0C43-8B19-230DC54FBBB2}" destId="{1FB55944-3CE4-BC42-BD9D-28E852BA1C5C}" srcOrd="1" destOrd="0" presId="urn:microsoft.com/office/officeart/2005/8/layout/hierarchy6"/>
    <dgm:cxn modelId="{917E7021-07FA-EE43-82CA-7017EF86DDD9}" type="presParOf" srcId="{1FB55944-3CE4-BC42-BD9D-28E852BA1C5C}" destId="{680BB211-D9B3-D84D-A852-CB48C549AC50}" srcOrd="0" destOrd="0" presId="urn:microsoft.com/office/officeart/2005/8/layout/hierarchy6"/>
    <dgm:cxn modelId="{F88793C5-5F0F-424D-89DB-B48A49F2681B}" type="presParOf" srcId="{1FB55944-3CE4-BC42-BD9D-28E852BA1C5C}" destId="{3261D7B1-5042-004C-AD7F-8657D4ACFBBB}" srcOrd="1" destOrd="0" presId="urn:microsoft.com/office/officeart/2005/8/layout/hierarchy6"/>
    <dgm:cxn modelId="{A36F2681-E542-8B43-A39E-AA66822BD3E8}" type="presParOf" srcId="{A628436D-72B3-504F-A611-444D16DF8657}" destId="{0771236F-8B5D-2045-B3FE-49306D6FE58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A02DD-3BC7-8042-B411-117AFD464567}">
      <dsp:nvSpPr>
        <dsp:cNvPr id="0" name=""/>
        <dsp:cNvSpPr/>
      </dsp:nvSpPr>
      <dsp:spPr>
        <a:xfrm>
          <a:off x="3041086" y="7660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>
              <a:solidFill>
                <a:schemeClr val="tx1">
                  <a:lumMod val="20000"/>
                  <a:lumOff val="80000"/>
                </a:schemeClr>
              </a:solidFill>
            </a:rPr>
            <a:t>Product Family</a:t>
          </a:r>
        </a:p>
      </dsp:txBody>
      <dsp:txXfrm>
        <a:off x="3103564" y="70138"/>
        <a:ext cx="3074755" cy="2008185"/>
      </dsp:txXfrm>
    </dsp:sp>
    <dsp:sp modelId="{C16557ED-E791-3F44-8CCB-8096734746B9}">
      <dsp:nvSpPr>
        <dsp:cNvPr id="0" name=""/>
        <dsp:cNvSpPr/>
      </dsp:nvSpPr>
      <dsp:spPr>
        <a:xfrm>
          <a:off x="4595222" y="2140801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59E7AA-280E-6D41-8696-431FA8A33380}">
      <dsp:nvSpPr>
        <dsp:cNvPr id="0" name=""/>
        <dsp:cNvSpPr/>
      </dsp:nvSpPr>
      <dsp:spPr>
        <a:xfrm>
          <a:off x="3041086" y="2994058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Line</a:t>
          </a:r>
        </a:p>
      </dsp:txBody>
      <dsp:txXfrm>
        <a:off x="3103564" y="3056536"/>
        <a:ext cx="3074755" cy="2008185"/>
      </dsp:txXfrm>
    </dsp:sp>
    <dsp:sp modelId="{320AFE8F-4934-4D4C-BD6C-21E87F383E7F}">
      <dsp:nvSpPr>
        <dsp:cNvPr id="0" name=""/>
        <dsp:cNvSpPr/>
      </dsp:nvSpPr>
      <dsp:spPr>
        <a:xfrm>
          <a:off x="4595222" y="5127199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A5F4-D207-6441-9470-6EAAB2751DE4}">
      <dsp:nvSpPr>
        <dsp:cNvPr id="0" name=""/>
        <dsp:cNvSpPr/>
      </dsp:nvSpPr>
      <dsp:spPr>
        <a:xfrm>
          <a:off x="3041086" y="5980456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</a:t>
          </a:r>
        </a:p>
      </dsp:txBody>
      <dsp:txXfrm>
        <a:off x="3103564" y="6042934"/>
        <a:ext cx="3074755" cy="2008185"/>
      </dsp:txXfrm>
    </dsp:sp>
    <dsp:sp modelId="{D0DC6A94-A5C6-8842-B32F-71406F71CCFB}">
      <dsp:nvSpPr>
        <dsp:cNvPr id="0" name=""/>
        <dsp:cNvSpPr/>
      </dsp:nvSpPr>
      <dsp:spPr>
        <a:xfrm>
          <a:off x="4595222" y="8113597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BB211-D9B3-D84D-A852-CB48C549AC50}">
      <dsp:nvSpPr>
        <dsp:cNvPr id="0" name=""/>
        <dsp:cNvSpPr/>
      </dsp:nvSpPr>
      <dsp:spPr>
        <a:xfrm>
          <a:off x="3041086" y="8966854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Variant</a:t>
          </a:r>
        </a:p>
      </dsp:txBody>
      <dsp:txXfrm>
        <a:off x="3103564" y="9029332"/>
        <a:ext cx="3074755" cy="20081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A02DD-3BC7-8042-B411-117AFD464567}">
      <dsp:nvSpPr>
        <dsp:cNvPr id="0" name=""/>
        <dsp:cNvSpPr/>
      </dsp:nvSpPr>
      <dsp:spPr>
        <a:xfrm>
          <a:off x="3041086" y="7660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Family</a:t>
          </a:r>
        </a:p>
      </dsp:txBody>
      <dsp:txXfrm>
        <a:off x="3103564" y="70138"/>
        <a:ext cx="3074755" cy="2008185"/>
      </dsp:txXfrm>
    </dsp:sp>
    <dsp:sp modelId="{C16557ED-E791-3F44-8CCB-8096734746B9}">
      <dsp:nvSpPr>
        <dsp:cNvPr id="0" name=""/>
        <dsp:cNvSpPr/>
      </dsp:nvSpPr>
      <dsp:spPr>
        <a:xfrm>
          <a:off x="4595222" y="2140801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59E7AA-280E-6D41-8696-431FA8A33380}">
      <dsp:nvSpPr>
        <dsp:cNvPr id="0" name=""/>
        <dsp:cNvSpPr/>
      </dsp:nvSpPr>
      <dsp:spPr>
        <a:xfrm>
          <a:off x="3041086" y="2994058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>
              <a:solidFill>
                <a:schemeClr val="tx1">
                  <a:lumMod val="20000"/>
                  <a:lumOff val="80000"/>
                </a:schemeClr>
              </a:solidFill>
            </a:rPr>
            <a:t>Product Line</a:t>
          </a:r>
        </a:p>
      </dsp:txBody>
      <dsp:txXfrm>
        <a:off x="3103564" y="3056536"/>
        <a:ext cx="3074755" cy="2008185"/>
      </dsp:txXfrm>
    </dsp:sp>
    <dsp:sp modelId="{320AFE8F-4934-4D4C-BD6C-21E87F383E7F}">
      <dsp:nvSpPr>
        <dsp:cNvPr id="0" name=""/>
        <dsp:cNvSpPr/>
      </dsp:nvSpPr>
      <dsp:spPr>
        <a:xfrm>
          <a:off x="4595222" y="5127199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A5F4-D207-6441-9470-6EAAB2751DE4}">
      <dsp:nvSpPr>
        <dsp:cNvPr id="0" name=""/>
        <dsp:cNvSpPr/>
      </dsp:nvSpPr>
      <dsp:spPr>
        <a:xfrm>
          <a:off x="3041086" y="5980456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</a:t>
          </a:r>
        </a:p>
      </dsp:txBody>
      <dsp:txXfrm>
        <a:off x="3103564" y="6042934"/>
        <a:ext cx="3074755" cy="2008185"/>
      </dsp:txXfrm>
    </dsp:sp>
    <dsp:sp modelId="{D0DC6A94-A5C6-8842-B32F-71406F71CCFB}">
      <dsp:nvSpPr>
        <dsp:cNvPr id="0" name=""/>
        <dsp:cNvSpPr/>
      </dsp:nvSpPr>
      <dsp:spPr>
        <a:xfrm>
          <a:off x="4595222" y="8113597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BB211-D9B3-D84D-A852-CB48C549AC50}">
      <dsp:nvSpPr>
        <dsp:cNvPr id="0" name=""/>
        <dsp:cNvSpPr/>
      </dsp:nvSpPr>
      <dsp:spPr>
        <a:xfrm>
          <a:off x="3041086" y="8966854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Variant</a:t>
          </a:r>
        </a:p>
      </dsp:txBody>
      <dsp:txXfrm>
        <a:off x="3103564" y="9029332"/>
        <a:ext cx="3074755" cy="20081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A02DD-3BC7-8042-B411-117AFD464567}">
      <dsp:nvSpPr>
        <dsp:cNvPr id="0" name=""/>
        <dsp:cNvSpPr/>
      </dsp:nvSpPr>
      <dsp:spPr>
        <a:xfrm>
          <a:off x="3041086" y="7660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Family</a:t>
          </a:r>
        </a:p>
      </dsp:txBody>
      <dsp:txXfrm>
        <a:off x="3103564" y="70138"/>
        <a:ext cx="3074755" cy="2008185"/>
      </dsp:txXfrm>
    </dsp:sp>
    <dsp:sp modelId="{C16557ED-E791-3F44-8CCB-8096734746B9}">
      <dsp:nvSpPr>
        <dsp:cNvPr id="0" name=""/>
        <dsp:cNvSpPr/>
      </dsp:nvSpPr>
      <dsp:spPr>
        <a:xfrm>
          <a:off x="4595222" y="2140801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59E7AA-280E-6D41-8696-431FA8A33380}">
      <dsp:nvSpPr>
        <dsp:cNvPr id="0" name=""/>
        <dsp:cNvSpPr/>
      </dsp:nvSpPr>
      <dsp:spPr>
        <a:xfrm>
          <a:off x="3041086" y="2994058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Line</a:t>
          </a:r>
        </a:p>
      </dsp:txBody>
      <dsp:txXfrm>
        <a:off x="3103564" y="3056536"/>
        <a:ext cx="3074755" cy="2008185"/>
      </dsp:txXfrm>
    </dsp:sp>
    <dsp:sp modelId="{320AFE8F-4934-4D4C-BD6C-21E87F383E7F}">
      <dsp:nvSpPr>
        <dsp:cNvPr id="0" name=""/>
        <dsp:cNvSpPr/>
      </dsp:nvSpPr>
      <dsp:spPr>
        <a:xfrm>
          <a:off x="4595222" y="5127199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A5F4-D207-6441-9470-6EAAB2751DE4}">
      <dsp:nvSpPr>
        <dsp:cNvPr id="0" name=""/>
        <dsp:cNvSpPr/>
      </dsp:nvSpPr>
      <dsp:spPr>
        <a:xfrm>
          <a:off x="3041086" y="5980456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>
              <a:solidFill>
                <a:schemeClr val="tx1">
                  <a:lumMod val="20000"/>
                  <a:lumOff val="80000"/>
                </a:schemeClr>
              </a:solidFill>
            </a:rPr>
            <a:t>Product</a:t>
          </a:r>
        </a:p>
      </dsp:txBody>
      <dsp:txXfrm>
        <a:off x="3103564" y="6042934"/>
        <a:ext cx="3074755" cy="2008185"/>
      </dsp:txXfrm>
    </dsp:sp>
    <dsp:sp modelId="{D0DC6A94-A5C6-8842-B32F-71406F71CCFB}">
      <dsp:nvSpPr>
        <dsp:cNvPr id="0" name=""/>
        <dsp:cNvSpPr/>
      </dsp:nvSpPr>
      <dsp:spPr>
        <a:xfrm>
          <a:off x="4595222" y="8113597"/>
          <a:ext cx="91440" cy="8532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325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BB211-D9B3-D84D-A852-CB48C549AC50}">
      <dsp:nvSpPr>
        <dsp:cNvPr id="0" name=""/>
        <dsp:cNvSpPr/>
      </dsp:nvSpPr>
      <dsp:spPr>
        <a:xfrm>
          <a:off x="3041086" y="8966854"/>
          <a:ext cx="3199711" cy="2133141"/>
        </a:xfrm>
        <a:prstGeom prst="roundRect">
          <a:avLst>
            <a:gd name="adj" fmla="val 10000"/>
          </a:avLst>
        </a:prstGeom>
        <a:solidFill>
          <a:schemeClr val="bg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Product Variant</a:t>
          </a:r>
        </a:p>
      </dsp:txBody>
      <dsp:txXfrm>
        <a:off x="3103564" y="9029332"/>
        <a:ext cx="3074755" cy="2008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80228202b1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380228202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80228202b1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380228202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88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80228202b1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380228202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625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975617" y="13073062"/>
            <a:ext cx="423241" cy="4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284581" y="239394"/>
            <a:ext cx="38919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nerpage">
  <p:cSld name="Innerpag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5400000">
            <a:off x="15574557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 rot="5400000">
            <a:off x="15574557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 rot="5400000">
            <a:off x="15574557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 rot="5400000">
            <a:off x="15574557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 rot="5400000">
            <a:off x="16334235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 rot="5400000">
            <a:off x="16334235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5400000">
            <a:off x="16334235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5400000">
            <a:off x="16334235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 rot="5400000">
            <a:off x="17093913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17093913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 rot="5400000">
            <a:off x="17093913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 rot="5400000">
            <a:off x="17093913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>
            <a:off x="17853590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 rot="5400000">
            <a:off x="18613268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 rot="5400000">
            <a:off x="17853590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18613268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 rot="5400000">
            <a:off x="17853590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 rot="5400000">
            <a:off x="18613268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 rot="5400000">
            <a:off x="17853590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 rot="5400000">
            <a:off x="18613268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 rot="5400000">
            <a:off x="15574557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 rot="5400000">
            <a:off x="16334235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 rot="5400000">
            <a:off x="17093913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 rot="5400000">
            <a:off x="17853590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 rot="5400000">
            <a:off x="18613268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 rot="5400000">
            <a:off x="15574557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 rot="5400000">
            <a:off x="16334235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 rot="5400000">
            <a:off x="17093913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 rot="5400000">
            <a:off x="17853590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 rot="5400000">
            <a:off x="18613268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 rot="5400000">
            <a:off x="15574557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 rot="5400000">
            <a:off x="16334235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 rot="5400000">
            <a:off x="17093913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 rot="5400000">
            <a:off x="17853590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 rot="5400000">
            <a:off x="18613268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 rot="5400000">
            <a:off x="15574557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 rot="5400000">
            <a:off x="16334235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17093913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 rot="5400000">
            <a:off x="17853590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 rot="5400000">
            <a:off x="18613268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 rot="5400000">
            <a:off x="15574557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 rot="5400000">
            <a:off x="16334235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 rot="5400000">
            <a:off x="17093913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 rot="5400000">
            <a:off x="17853590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 rot="5400000">
            <a:off x="18613268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 rot="5400000">
            <a:off x="15574557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 rot="5400000">
            <a:off x="16334235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 rot="5400000">
            <a:off x="17093913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 rot="5400000">
            <a:off x="17853590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 rot="5400000">
            <a:off x="18613268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 rot="5400000">
            <a:off x="15574557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 rot="5400000">
            <a:off x="16334235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 rot="5400000">
            <a:off x="17093913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 rot="5400000">
            <a:off x="17853590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 rot="5400000">
            <a:off x="18613268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 rot="5400000">
            <a:off x="15574557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 rot="5400000">
            <a:off x="16334235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 rot="5400000">
            <a:off x="17093913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 rot="5400000">
            <a:off x="17853590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 rot="5400000">
            <a:off x="18613268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 rot="5400000">
            <a:off x="15574557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 rot="5400000">
            <a:off x="16334235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 rot="5400000">
            <a:off x="17093913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 rot="5400000">
            <a:off x="17853590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 rot="5400000">
            <a:off x="18613268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 rot="5400000">
            <a:off x="15574557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 rot="5400000">
            <a:off x="16334235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 rot="5400000">
            <a:off x="17093913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 rot="5400000">
            <a:off x="17853590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 rot="5400000">
            <a:off x="18613268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 rot="5400000">
            <a:off x="15574557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 rot="5400000">
            <a:off x="16334235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 rot="5400000">
            <a:off x="17093913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 rot="5400000">
            <a:off x="17853590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 rot="5400000">
            <a:off x="18613268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 rot="5400000">
            <a:off x="15574557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 rot="5400000">
            <a:off x="16334235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 rot="5400000">
            <a:off x="17093913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 rot="5400000">
            <a:off x="17853590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 rot="5400000">
            <a:off x="18613268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 rot="5400000">
            <a:off x="15574557" y="12501880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 rot="5400000">
            <a:off x="16334235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 rot="5400000">
            <a:off x="17093913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 rot="5400000">
            <a:off x="17853590" y="12501880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 rot="5400000">
            <a:off x="18613268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 rot="5400000">
            <a:off x="14055201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 rot="5400000">
            <a:off x="14055201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 rot="5400000">
            <a:off x="14055201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 rot="5400000">
            <a:off x="14055201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 rot="5400000">
            <a:off x="14055201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 rot="5400000">
            <a:off x="14055201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 rot="5400000">
            <a:off x="14055201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 rot="5400000">
            <a:off x="14055201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 rot="5400000">
            <a:off x="14055201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 rot="5400000">
            <a:off x="14055201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 rot="5400000">
            <a:off x="14055201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 rot="5400000">
            <a:off x="14055201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 rot="5400000">
            <a:off x="14055201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 rot="5400000">
            <a:off x="14055201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 rot="5400000">
            <a:off x="14055201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 rot="5400000">
            <a:off x="14055201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 rot="5400000">
            <a:off x="14055201" y="1250187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 rot="5400000">
            <a:off x="13295523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 rot="5400000">
            <a:off x="13295523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 rot="5400000">
            <a:off x="13295523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 rot="5400000">
            <a:off x="13295523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 rot="5400000">
            <a:off x="13295523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 rot="5400000">
            <a:off x="13295523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 rot="5400000">
            <a:off x="13295523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 rot="5400000">
            <a:off x="13295523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 rot="5400000">
            <a:off x="13295523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rot="5400000">
            <a:off x="13295523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 rot="5400000">
            <a:off x="13295523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 rot="5400000">
            <a:off x="13295523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 rot="5400000">
            <a:off x="13295523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13295523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 rot="5400000">
            <a:off x="13295523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 rot="5400000">
            <a:off x="13295523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 rot="5400000">
            <a:off x="13295523" y="1250187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 rot="5400000">
            <a:off x="12535845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 rot="5400000">
            <a:off x="12535845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 rot="5400000">
            <a:off x="12535845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 rot="5400000">
            <a:off x="12535845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 rot="5400000">
            <a:off x="12535845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 rot="5400000">
            <a:off x="12535845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 rot="5400000">
            <a:off x="12535845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 rot="5400000">
            <a:off x="12535845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 rot="5400000">
            <a:off x="12535845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 rot="5400000">
            <a:off x="12535845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 rot="5400000">
            <a:off x="12535845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 rot="5400000">
            <a:off x="12535845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 rot="5400000">
            <a:off x="12535845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 rot="5400000">
            <a:off x="12535845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 rot="5400000">
            <a:off x="12535845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 rot="5400000">
            <a:off x="12535845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 rot="5400000">
            <a:off x="12535845" y="1250187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 rot="5400000">
            <a:off x="11776168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 rot="5400000">
            <a:off x="11776168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 rot="5400000">
            <a:off x="11776168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 rot="5400000">
            <a:off x="11776168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 rot="5400000">
            <a:off x="11776168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 rot="5400000">
            <a:off x="11776168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 rot="5400000">
            <a:off x="11776168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 rot="5400000">
            <a:off x="11776168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 rot="5400000">
            <a:off x="11776168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 rot="5400000">
            <a:off x="11776168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 rot="5400000">
            <a:off x="11776168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 rot="5400000">
            <a:off x="11776168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 rot="5400000">
            <a:off x="11776168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 rot="5400000">
            <a:off x="11776168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 rot="5400000">
            <a:off x="11776168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 rot="5400000">
            <a:off x="11776168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 rot="5400000">
            <a:off x="11776168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 rot="5400000">
            <a:off x="11016490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 rot="5400000">
            <a:off x="11016490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 rot="5400000">
            <a:off x="11016490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 rot="5400000">
            <a:off x="11016490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 rot="5400000">
            <a:off x="11016490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 rot="5400000">
            <a:off x="11016490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 rot="5400000">
            <a:off x="11016490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 rot="5400000">
            <a:off x="11016490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 rot="5400000">
            <a:off x="11016490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 rot="5400000">
            <a:off x="11016490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 rot="5400000">
            <a:off x="11016490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 rot="5400000">
            <a:off x="11016490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 rot="5400000">
            <a:off x="11016490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 rot="5400000">
            <a:off x="11016490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 rot="5400000">
            <a:off x="11016490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 rot="5400000">
            <a:off x="11016490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 rot="5400000">
            <a:off x="11016490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 rot="5400000">
            <a:off x="10256811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 rot="5400000">
            <a:off x="10256811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 rot="5400000">
            <a:off x="10256811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 rot="5400000">
            <a:off x="10256811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 rot="5400000">
            <a:off x="10256811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 rot="5400000">
            <a:off x="10256811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 rot="5400000">
            <a:off x="10256811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/>
          <p:nvPr/>
        </p:nvSpPr>
        <p:spPr>
          <a:xfrm rot="5400000">
            <a:off x="10256811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 rot="5400000">
            <a:off x="10256811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 rot="5400000">
            <a:off x="10256811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/>
          <p:nvPr/>
        </p:nvSpPr>
        <p:spPr>
          <a:xfrm rot="5400000">
            <a:off x="10256811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 rot="5400000">
            <a:off x="10256811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 rot="5400000">
            <a:off x="10256811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 rot="5400000">
            <a:off x="10256811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 rot="5400000">
            <a:off x="10256811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 rot="5400000">
            <a:off x="10256811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 rot="5400000">
            <a:off x="10256811" y="1250187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>
            <a:off x="9497134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 rot="5400000">
            <a:off x="9497134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/>
          <p:nvPr/>
        </p:nvSpPr>
        <p:spPr>
          <a:xfrm rot="5400000">
            <a:off x="9497134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 rot="5400000">
            <a:off x="9497134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 rot="5400000">
            <a:off x="9497134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 rot="5400000">
            <a:off x="9497134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/>
          <p:nvPr/>
        </p:nvSpPr>
        <p:spPr>
          <a:xfrm rot="5400000">
            <a:off x="9497134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/>
          <p:nvPr/>
        </p:nvSpPr>
        <p:spPr>
          <a:xfrm rot="5400000">
            <a:off x="9497134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/>
          <p:nvPr/>
        </p:nvSpPr>
        <p:spPr>
          <a:xfrm rot="5400000">
            <a:off x="9497134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 rot="5400000">
            <a:off x="9497134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 rot="5400000">
            <a:off x="9497134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"/>
          <p:cNvSpPr/>
          <p:nvPr/>
        </p:nvSpPr>
        <p:spPr>
          <a:xfrm rot="5400000">
            <a:off x="9497134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/>
          <p:nvPr/>
        </p:nvSpPr>
        <p:spPr>
          <a:xfrm rot="5400000">
            <a:off x="9497134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"/>
          <p:cNvSpPr/>
          <p:nvPr/>
        </p:nvSpPr>
        <p:spPr>
          <a:xfrm rot="5400000">
            <a:off x="9497134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/>
          <p:nvPr/>
        </p:nvSpPr>
        <p:spPr>
          <a:xfrm rot="5400000">
            <a:off x="9497134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/>
          <p:nvPr/>
        </p:nvSpPr>
        <p:spPr>
          <a:xfrm rot="5400000">
            <a:off x="9497134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"/>
          <p:cNvSpPr/>
          <p:nvPr/>
        </p:nvSpPr>
        <p:spPr>
          <a:xfrm rot="5400000">
            <a:off x="9497134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"/>
          <p:cNvSpPr/>
          <p:nvPr/>
        </p:nvSpPr>
        <p:spPr>
          <a:xfrm rot="5400000">
            <a:off x="8737456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"/>
          <p:cNvSpPr/>
          <p:nvPr/>
        </p:nvSpPr>
        <p:spPr>
          <a:xfrm rot="5400000">
            <a:off x="8737456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"/>
          <p:cNvSpPr/>
          <p:nvPr/>
        </p:nvSpPr>
        <p:spPr>
          <a:xfrm rot="5400000">
            <a:off x="8737456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"/>
          <p:cNvSpPr/>
          <p:nvPr/>
        </p:nvSpPr>
        <p:spPr>
          <a:xfrm rot="5400000">
            <a:off x="8737456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"/>
          <p:cNvSpPr/>
          <p:nvPr/>
        </p:nvSpPr>
        <p:spPr>
          <a:xfrm rot="5400000">
            <a:off x="8737456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"/>
          <p:cNvSpPr/>
          <p:nvPr/>
        </p:nvSpPr>
        <p:spPr>
          <a:xfrm rot="5400000">
            <a:off x="8737456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"/>
          <p:cNvSpPr/>
          <p:nvPr/>
        </p:nvSpPr>
        <p:spPr>
          <a:xfrm rot="5400000">
            <a:off x="8737456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/>
          <p:nvPr/>
        </p:nvSpPr>
        <p:spPr>
          <a:xfrm rot="5400000">
            <a:off x="8737456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"/>
          <p:cNvSpPr/>
          <p:nvPr/>
        </p:nvSpPr>
        <p:spPr>
          <a:xfrm rot="5400000">
            <a:off x="8737456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/>
          <p:nvPr/>
        </p:nvSpPr>
        <p:spPr>
          <a:xfrm rot="5400000">
            <a:off x="8737456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"/>
          <p:cNvSpPr/>
          <p:nvPr/>
        </p:nvSpPr>
        <p:spPr>
          <a:xfrm rot="5400000">
            <a:off x="8737456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/>
          <p:nvPr/>
        </p:nvSpPr>
        <p:spPr>
          <a:xfrm rot="5400000">
            <a:off x="8737456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 rot="5400000">
            <a:off x="8737456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"/>
          <p:cNvSpPr/>
          <p:nvPr/>
        </p:nvSpPr>
        <p:spPr>
          <a:xfrm rot="5400000">
            <a:off x="8737456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/>
          <p:nvPr/>
        </p:nvSpPr>
        <p:spPr>
          <a:xfrm rot="5400000">
            <a:off x="8737456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"/>
          <p:cNvSpPr/>
          <p:nvPr/>
        </p:nvSpPr>
        <p:spPr>
          <a:xfrm rot="5400000">
            <a:off x="8737456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/>
          <p:nvPr/>
        </p:nvSpPr>
        <p:spPr>
          <a:xfrm rot="5400000">
            <a:off x="8737456" y="1250187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"/>
          <p:cNvSpPr/>
          <p:nvPr/>
        </p:nvSpPr>
        <p:spPr>
          <a:xfrm rot="5400000">
            <a:off x="7977778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"/>
          <p:cNvSpPr/>
          <p:nvPr/>
        </p:nvSpPr>
        <p:spPr>
          <a:xfrm rot="5400000">
            <a:off x="7977778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"/>
          <p:cNvSpPr/>
          <p:nvPr/>
        </p:nvSpPr>
        <p:spPr>
          <a:xfrm rot="5400000">
            <a:off x="7977778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/>
          <p:nvPr/>
        </p:nvSpPr>
        <p:spPr>
          <a:xfrm rot="5400000">
            <a:off x="7977778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/>
          <p:nvPr/>
        </p:nvSpPr>
        <p:spPr>
          <a:xfrm rot="5400000">
            <a:off x="7218100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"/>
          <p:cNvSpPr/>
          <p:nvPr/>
        </p:nvSpPr>
        <p:spPr>
          <a:xfrm rot="5400000">
            <a:off x="7218100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 rot="5400000">
            <a:off x="7218100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"/>
          <p:cNvSpPr/>
          <p:nvPr/>
        </p:nvSpPr>
        <p:spPr>
          <a:xfrm rot="5400000">
            <a:off x="7218100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"/>
          <p:cNvSpPr/>
          <p:nvPr/>
        </p:nvSpPr>
        <p:spPr>
          <a:xfrm rot="5400000">
            <a:off x="6458422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"/>
          <p:cNvSpPr/>
          <p:nvPr/>
        </p:nvSpPr>
        <p:spPr>
          <a:xfrm rot="5400000">
            <a:off x="6458422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"/>
          <p:cNvSpPr/>
          <p:nvPr/>
        </p:nvSpPr>
        <p:spPr>
          <a:xfrm rot="5400000">
            <a:off x="6458422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"/>
          <p:cNvSpPr/>
          <p:nvPr/>
        </p:nvSpPr>
        <p:spPr>
          <a:xfrm rot="5400000">
            <a:off x="6458422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/>
          <p:nvPr/>
        </p:nvSpPr>
        <p:spPr>
          <a:xfrm rot="5400000">
            <a:off x="5698745" y="265366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/>
          <p:nvPr/>
        </p:nvSpPr>
        <p:spPr>
          <a:xfrm rot="5400000">
            <a:off x="5698745" y="189610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"/>
          <p:cNvSpPr/>
          <p:nvPr/>
        </p:nvSpPr>
        <p:spPr>
          <a:xfrm rot="5400000">
            <a:off x="5698745" y="113855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"/>
          <p:cNvSpPr/>
          <p:nvPr/>
        </p:nvSpPr>
        <p:spPr>
          <a:xfrm rot="5400000">
            <a:off x="5698745" y="380999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"/>
          <p:cNvSpPr/>
          <p:nvPr/>
        </p:nvSpPr>
        <p:spPr>
          <a:xfrm rot="5400000">
            <a:off x="4939067" y="265366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"/>
          <p:cNvSpPr/>
          <p:nvPr/>
        </p:nvSpPr>
        <p:spPr>
          <a:xfrm rot="5400000">
            <a:off x="4939067" y="189610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"/>
          <p:cNvSpPr/>
          <p:nvPr/>
        </p:nvSpPr>
        <p:spPr>
          <a:xfrm rot="5400000">
            <a:off x="4939067" y="113855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"/>
          <p:cNvSpPr/>
          <p:nvPr/>
        </p:nvSpPr>
        <p:spPr>
          <a:xfrm rot="5400000">
            <a:off x="4939067" y="380999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"/>
          <p:cNvSpPr/>
          <p:nvPr/>
        </p:nvSpPr>
        <p:spPr>
          <a:xfrm rot="5400000">
            <a:off x="4179389" y="265366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"/>
          <p:cNvSpPr/>
          <p:nvPr/>
        </p:nvSpPr>
        <p:spPr>
          <a:xfrm rot="5400000">
            <a:off x="4179389" y="189610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"/>
          <p:cNvSpPr/>
          <p:nvPr/>
        </p:nvSpPr>
        <p:spPr>
          <a:xfrm rot="5400000">
            <a:off x="4179389" y="113855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"/>
          <p:cNvSpPr/>
          <p:nvPr/>
        </p:nvSpPr>
        <p:spPr>
          <a:xfrm rot="5400000">
            <a:off x="4179389" y="380999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"/>
          <p:cNvSpPr/>
          <p:nvPr/>
        </p:nvSpPr>
        <p:spPr>
          <a:xfrm rot="5400000">
            <a:off x="3419711" y="265366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"/>
          <p:cNvSpPr/>
          <p:nvPr/>
        </p:nvSpPr>
        <p:spPr>
          <a:xfrm rot="5400000">
            <a:off x="3419711" y="189610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"/>
          <p:cNvSpPr/>
          <p:nvPr/>
        </p:nvSpPr>
        <p:spPr>
          <a:xfrm rot="5400000">
            <a:off x="3419711" y="113855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"/>
          <p:cNvSpPr/>
          <p:nvPr/>
        </p:nvSpPr>
        <p:spPr>
          <a:xfrm rot="5400000">
            <a:off x="2660033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"/>
          <p:cNvSpPr/>
          <p:nvPr/>
        </p:nvSpPr>
        <p:spPr>
          <a:xfrm rot="5400000">
            <a:off x="2660033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"/>
          <p:cNvSpPr/>
          <p:nvPr/>
        </p:nvSpPr>
        <p:spPr>
          <a:xfrm rot="5400000">
            <a:off x="2660033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"/>
          <p:cNvSpPr/>
          <p:nvPr/>
        </p:nvSpPr>
        <p:spPr>
          <a:xfrm rot="5400000">
            <a:off x="1900355" y="265366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"/>
          <p:cNvSpPr/>
          <p:nvPr/>
        </p:nvSpPr>
        <p:spPr>
          <a:xfrm rot="5400000">
            <a:off x="1900355" y="189610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"/>
          <p:cNvSpPr/>
          <p:nvPr/>
        </p:nvSpPr>
        <p:spPr>
          <a:xfrm rot="5400000">
            <a:off x="1900355" y="113855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"/>
          <p:cNvSpPr/>
          <p:nvPr/>
        </p:nvSpPr>
        <p:spPr>
          <a:xfrm rot="5400000">
            <a:off x="1140677" y="265366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"/>
          <p:cNvSpPr/>
          <p:nvPr/>
        </p:nvSpPr>
        <p:spPr>
          <a:xfrm rot="5400000">
            <a:off x="1140677" y="1896109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"/>
          <p:cNvSpPr/>
          <p:nvPr/>
        </p:nvSpPr>
        <p:spPr>
          <a:xfrm rot="5400000">
            <a:off x="1140677" y="113855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"/>
          <p:cNvSpPr/>
          <p:nvPr/>
        </p:nvSpPr>
        <p:spPr>
          <a:xfrm rot="5400000">
            <a:off x="381000" y="265366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"/>
          <p:cNvSpPr/>
          <p:nvPr/>
        </p:nvSpPr>
        <p:spPr>
          <a:xfrm rot="5400000">
            <a:off x="381000" y="189610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"/>
          <p:cNvSpPr/>
          <p:nvPr/>
        </p:nvSpPr>
        <p:spPr>
          <a:xfrm rot="5400000">
            <a:off x="381000" y="113855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"/>
          <p:cNvSpPr/>
          <p:nvPr/>
        </p:nvSpPr>
        <p:spPr>
          <a:xfrm rot="5400000">
            <a:off x="7977778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"/>
          <p:cNvSpPr/>
          <p:nvPr/>
        </p:nvSpPr>
        <p:spPr>
          <a:xfrm rot="5400000">
            <a:off x="7218100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"/>
          <p:cNvSpPr/>
          <p:nvPr/>
        </p:nvSpPr>
        <p:spPr>
          <a:xfrm rot="5400000">
            <a:off x="6458422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"/>
          <p:cNvSpPr/>
          <p:nvPr/>
        </p:nvSpPr>
        <p:spPr>
          <a:xfrm rot="5400000">
            <a:off x="5698745" y="341121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"/>
          <p:cNvSpPr/>
          <p:nvPr/>
        </p:nvSpPr>
        <p:spPr>
          <a:xfrm rot="5400000">
            <a:off x="4939067" y="341121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"/>
          <p:cNvSpPr/>
          <p:nvPr/>
        </p:nvSpPr>
        <p:spPr>
          <a:xfrm rot="5400000">
            <a:off x="4179389" y="341121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"/>
          <p:cNvSpPr/>
          <p:nvPr/>
        </p:nvSpPr>
        <p:spPr>
          <a:xfrm rot="5400000">
            <a:off x="3419711" y="341121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"/>
          <p:cNvSpPr/>
          <p:nvPr/>
        </p:nvSpPr>
        <p:spPr>
          <a:xfrm rot="5400000">
            <a:off x="2660033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"/>
          <p:cNvSpPr/>
          <p:nvPr/>
        </p:nvSpPr>
        <p:spPr>
          <a:xfrm rot="5400000">
            <a:off x="1900355" y="341121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"/>
          <p:cNvSpPr/>
          <p:nvPr/>
        </p:nvSpPr>
        <p:spPr>
          <a:xfrm rot="5400000">
            <a:off x="1140677" y="3411219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"/>
          <p:cNvSpPr/>
          <p:nvPr/>
        </p:nvSpPr>
        <p:spPr>
          <a:xfrm rot="5400000">
            <a:off x="381000" y="341121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/>
          <p:nvPr/>
        </p:nvSpPr>
        <p:spPr>
          <a:xfrm rot="5400000">
            <a:off x="7977778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"/>
          <p:cNvSpPr/>
          <p:nvPr/>
        </p:nvSpPr>
        <p:spPr>
          <a:xfrm rot="5400000">
            <a:off x="7218100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 rot="5400000">
            <a:off x="6458422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"/>
          <p:cNvSpPr/>
          <p:nvPr/>
        </p:nvSpPr>
        <p:spPr>
          <a:xfrm rot="5400000">
            <a:off x="5698745" y="416877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"/>
          <p:cNvSpPr/>
          <p:nvPr/>
        </p:nvSpPr>
        <p:spPr>
          <a:xfrm rot="5400000">
            <a:off x="4939067" y="416877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/>
          <p:nvPr/>
        </p:nvSpPr>
        <p:spPr>
          <a:xfrm rot="5400000">
            <a:off x="4179389" y="416877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 rot="5400000">
            <a:off x="3419711" y="416877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 rot="5400000">
            <a:off x="2660033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/>
          <p:nvPr/>
        </p:nvSpPr>
        <p:spPr>
          <a:xfrm rot="5400000">
            <a:off x="1900355" y="416877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/>
          <p:nvPr/>
        </p:nvSpPr>
        <p:spPr>
          <a:xfrm rot="5400000">
            <a:off x="1140677" y="4168774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"/>
          <p:cNvSpPr/>
          <p:nvPr/>
        </p:nvSpPr>
        <p:spPr>
          <a:xfrm rot="5400000">
            <a:off x="381000" y="416877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"/>
          <p:cNvSpPr/>
          <p:nvPr/>
        </p:nvSpPr>
        <p:spPr>
          <a:xfrm rot="5400000">
            <a:off x="7977778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"/>
          <p:cNvSpPr/>
          <p:nvPr/>
        </p:nvSpPr>
        <p:spPr>
          <a:xfrm rot="5400000">
            <a:off x="7218100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 rot="5400000">
            <a:off x="6458422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"/>
          <p:cNvSpPr/>
          <p:nvPr/>
        </p:nvSpPr>
        <p:spPr>
          <a:xfrm rot="5400000">
            <a:off x="5698745" y="492632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"/>
          <p:cNvSpPr/>
          <p:nvPr/>
        </p:nvSpPr>
        <p:spPr>
          <a:xfrm rot="5400000">
            <a:off x="4939067" y="492632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"/>
          <p:cNvSpPr/>
          <p:nvPr/>
        </p:nvSpPr>
        <p:spPr>
          <a:xfrm rot="5400000">
            <a:off x="4179389" y="492632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"/>
          <p:cNvSpPr/>
          <p:nvPr/>
        </p:nvSpPr>
        <p:spPr>
          <a:xfrm rot="5400000">
            <a:off x="3419711" y="492632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"/>
          <p:cNvSpPr/>
          <p:nvPr/>
        </p:nvSpPr>
        <p:spPr>
          <a:xfrm rot="5400000">
            <a:off x="2660033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 rot="5400000">
            <a:off x="1900355" y="492632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/>
          <p:nvPr/>
        </p:nvSpPr>
        <p:spPr>
          <a:xfrm rot="5400000">
            <a:off x="1140677" y="4926329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"/>
          <p:cNvSpPr/>
          <p:nvPr/>
        </p:nvSpPr>
        <p:spPr>
          <a:xfrm rot="5400000">
            <a:off x="381000" y="492632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"/>
          <p:cNvSpPr/>
          <p:nvPr/>
        </p:nvSpPr>
        <p:spPr>
          <a:xfrm rot="5400000">
            <a:off x="7977778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"/>
          <p:cNvSpPr/>
          <p:nvPr/>
        </p:nvSpPr>
        <p:spPr>
          <a:xfrm rot="5400000">
            <a:off x="7218100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"/>
          <p:cNvSpPr/>
          <p:nvPr/>
        </p:nvSpPr>
        <p:spPr>
          <a:xfrm rot="5400000">
            <a:off x="6458422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"/>
          <p:cNvSpPr/>
          <p:nvPr/>
        </p:nvSpPr>
        <p:spPr>
          <a:xfrm rot="5400000">
            <a:off x="5698745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"/>
          <p:cNvSpPr/>
          <p:nvPr/>
        </p:nvSpPr>
        <p:spPr>
          <a:xfrm rot="5400000">
            <a:off x="4939067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"/>
          <p:cNvSpPr/>
          <p:nvPr/>
        </p:nvSpPr>
        <p:spPr>
          <a:xfrm rot="5400000">
            <a:off x="4179389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"/>
          <p:cNvSpPr/>
          <p:nvPr/>
        </p:nvSpPr>
        <p:spPr>
          <a:xfrm rot="5400000">
            <a:off x="3419711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"/>
          <p:cNvSpPr/>
          <p:nvPr/>
        </p:nvSpPr>
        <p:spPr>
          <a:xfrm rot="5400000">
            <a:off x="2660033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"/>
          <p:cNvSpPr/>
          <p:nvPr/>
        </p:nvSpPr>
        <p:spPr>
          <a:xfrm rot="5400000">
            <a:off x="1900355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"/>
          <p:cNvSpPr/>
          <p:nvPr/>
        </p:nvSpPr>
        <p:spPr>
          <a:xfrm rot="5400000">
            <a:off x="1140677" y="568388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 rot="5400000">
            <a:off x="381000" y="568388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"/>
          <p:cNvSpPr/>
          <p:nvPr/>
        </p:nvSpPr>
        <p:spPr>
          <a:xfrm rot="5400000">
            <a:off x="7977778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"/>
          <p:cNvSpPr/>
          <p:nvPr/>
        </p:nvSpPr>
        <p:spPr>
          <a:xfrm rot="5400000">
            <a:off x="7218100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"/>
          <p:cNvSpPr/>
          <p:nvPr/>
        </p:nvSpPr>
        <p:spPr>
          <a:xfrm rot="5400000">
            <a:off x="6458422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"/>
          <p:cNvSpPr/>
          <p:nvPr/>
        </p:nvSpPr>
        <p:spPr>
          <a:xfrm rot="5400000">
            <a:off x="5698745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"/>
          <p:cNvSpPr/>
          <p:nvPr/>
        </p:nvSpPr>
        <p:spPr>
          <a:xfrm rot="5400000">
            <a:off x="4939067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"/>
          <p:cNvSpPr/>
          <p:nvPr/>
        </p:nvSpPr>
        <p:spPr>
          <a:xfrm rot="5400000">
            <a:off x="4179389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 rot="5400000">
            <a:off x="3419711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"/>
          <p:cNvSpPr/>
          <p:nvPr/>
        </p:nvSpPr>
        <p:spPr>
          <a:xfrm rot="5400000">
            <a:off x="2660033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"/>
          <p:cNvSpPr/>
          <p:nvPr/>
        </p:nvSpPr>
        <p:spPr>
          <a:xfrm rot="5400000">
            <a:off x="1900355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"/>
          <p:cNvSpPr/>
          <p:nvPr/>
        </p:nvSpPr>
        <p:spPr>
          <a:xfrm rot="5400000">
            <a:off x="1140677" y="644143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 rot="5400000">
            <a:off x="381000" y="644143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/>
          <p:nvPr/>
        </p:nvSpPr>
        <p:spPr>
          <a:xfrm rot="5400000">
            <a:off x="7977778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/>
          <p:nvPr/>
        </p:nvSpPr>
        <p:spPr>
          <a:xfrm rot="5400000">
            <a:off x="7218100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 rot="5400000">
            <a:off x="6458422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"/>
          <p:cNvSpPr/>
          <p:nvPr/>
        </p:nvSpPr>
        <p:spPr>
          <a:xfrm rot="5400000">
            <a:off x="5698745" y="719899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"/>
          <p:cNvSpPr/>
          <p:nvPr/>
        </p:nvSpPr>
        <p:spPr>
          <a:xfrm rot="5400000">
            <a:off x="4939067" y="719899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"/>
          <p:cNvSpPr/>
          <p:nvPr/>
        </p:nvSpPr>
        <p:spPr>
          <a:xfrm rot="5400000">
            <a:off x="4179389" y="719899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"/>
          <p:cNvSpPr/>
          <p:nvPr/>
        </p:nvSpPr>
        <p:spPr>
          <a:xfrm rot="5400000">
            <a:off x="3419711" y="719899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"/>
          <p:cNvSpPr/>
          <p:nvPr/>
        </p:nvSpPr>
        <p:spPr>
          <a:xfrm rot="5400000">
            <a:off x="2660033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"/>
          <p:cNvSpPr/>
          <p:nvPr/>
        </p:nvSpPr>
        <p:spPr>
          <a:xfrm rot="5400000">
            <a:off x="1900355" y="719899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"/>
          <p:cNvSpPr/>
          <p:nvPr/>
        </p:nvSpPr>
        <p:spPr>
          <a:xfrm rot="5400000">
            <a:off x="1140677" y="7198994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"/>
          <p:cNvSpPr/>
          <p:nvPr/>
        </p:nvSpPr>
        <p:spPr>
          <a:xfrm rot="5400000">
            <a:off x="381000" y="7198994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"/>
          <p:cNvSpPr/>
          <p:nvPr/>
        </p:nvSpPr>
        <p:spPr>
          <a:xfrm rot="5400000">
            <a:off x="7977778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"/>
          <p:cNvSpPr/>
          <p:nvPr/>
        </p:nvSpPr>
        <p:spPr>
          <a:xfrm rot="5400000">
            <a:off x="7218100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"/>
          <p:cNvSpPr/>
          <p:nvPr/>
        </p:nvSpPr>
        <p:spPr>
          <a:xfrm rot="5400000">
            <a:off x="6458422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/>
          <p:nvPr/>
        </p:nvSpPr>
        <p:spPr>
          <a:xfrm rot="5400000">
            <a:off x="5698745" y="795654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/>
          <p:nvPr/>
        </p:nvSpPr>
        <p:spPr>
          <a:xfrm rot="5400000">
            <a:off x="4939067" y="795654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"/>
          <p:cNvSpPr/>
          <p:nvPr/>
        </p:nvSpPr>
        <p:spPr>
          <a:xfrm rot="5400000">
            <a:off x="4179389" y="795654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"/>
          <p:cNvSpPr/>
          <p:nvPr/>
        </p:nvSpPr>
        <p:spPr>
          <a:xfrm rot="5400000">
            <a:off x="3419711" y="795654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"/>
          <p:cNvSpPr/>
          <p:nvPr/>
        </p:nvSpPr>
        <p:spPr>
          <a:xfrm rot="5400000">
            <a:off x="2660033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 rot="5400000">
            <a:off x="1900355" y="795654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"/>
          <p:cNvSpPr/>
          <p:nvPr/>
        </p:nvSpPr>
        <p:spPr>
          <a:xfrm rot="5400000">
            <a:off x="1140677" y="7956549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/>
          <p:nvPr/>
        </p:nvSpPr>
        <p:spPr>
          <a:xfrm rot="5400000">
            <a:off x="381000" y="795654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"/>
          <p:cNvSpPr/>
          <p:nvPr/>
        </p:nvSpPr>
        <p:spPr>
          <a:xfrm rot="5400000">
            <a:off x="7977778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"/>
          <p:cNvSpPr/>
          <p:nvPr/>
        </p:nvSpPr>
        <p:spPr>
          <a:xfrm rot="5400000">
            <a:off x="7218100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 rot="5400000">
            <a:off x="6458422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"/>
          <p:cNvSpPr/>
          <p:nvPr/>
        </p:nvSpPr>
        <p:spPr>
          <a:xfrm rot="5400000">
            <a:off x="5698745" y="871410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"/>
          <p:cNvSpPr/>
          <p:nvPr/>
        </p:nvSpPr>
        <p:spPr>
          <a:xfrm rot="5400000">
            <a:off x="4939067" y="871410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/>
          <p:nvPr/>
        </p:nvSpPr>
        <p:spPr>
          <a:xfrm rot="5400000">
            <a:off x="4179389" y="871410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/>
          <p:nvPr/>
        </p:nvSpPr>
        <p:spPr>
          <a:xfrm rot="5400000">
            <a:off x="3419711" y="871410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/>
          <p:nvPr/>
        </p:nvSpPr>
        <p:spPr>
          <a:xfrm rot="5400000">
            <a:off x="2660033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"/>
          <p:cNvSpPr/>
          <p:nvPr/>
        </p:nvSpPr>
        <p:spPr>
          <a:xfrm rot="5400000">
            <a:off x="1900355" y="871410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/>
          <p:nvPr/>
        </p:nvSpPr>
        <p:spPr>
          <a:xfrm rot="5400000">
            <a:off x="1140677" y="871410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"/>
          <p:cNvSpPr/>
          <p:nvPr/>
        </p:nvSpPr>
        <p:spPr>
          <a:xfrm rot="5400000">
            <a:off x="381000" y="871410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"/>
          <p:cNvSpPr/>
          <p:nvPr/>
        </p:nvSpPr>
        <p:spPr>
          <a:xfrm rot="5400000">
            <a:off x="7977778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"/>
          <p:cNvSpPr/>
          <p:nvPr/>
        </p:nvSpPr>
        <p:spPr>
          <a:xfrm rot="5400000">
            <a:off x="7218100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"/>
          <p:cNvSpPr/>
          <p:nvPr/>
        </p:nvSpPr>
        <p:spPr>
          <a:xfrm rot="5400000">
            <a:off x="6458422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"/>
          <p:cNvSpPr/>
          <p:nvPr/>
        </p:nvSpPr>
        <p:spPr>
          <a:xfrm rot="5400000">
            <a:off x="5698745" y="947165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/>
          <p:nvPr/>
        </p:nvSpPr>
        <p:spPr>
          <a:xfrm rot="5400000">
            <a:off x="4939067" y="947165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"/>
          <p:cNvSpPr/>
          <p:nvPr/>
        </p:nvSpPr>
        <p:spPr>
          <a:xfrm rot="5400000">
            <a:off x="4179389" y="947165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"/>
          <p:cNvSpPr/>
          <p:nvPr/>
        </p:nvSpPr>
        <p:spPr>
          <a:xfrm rot="5400000">
            <a:off x="3419711" y="9471659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"/>
          <p:cNvSpPr/>
          <p:nvPr/>
        </p:nvSpPr>
        <p:spPr>
          <a:xfrm rot="5400000">
            <a:off x="2660033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"/>
          <p:cNvSpPr/>
          <p:nvPr/>
        </p:nvSpPr>
        <p:spPr>
          <a:xfrm rot="5400000">
            <a:off x="1900355" y="9471659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"/>
          <p:cNvSpPr/>
          <p:nvPr/>
        </p:nvSpPr>
        <p:spPr>
          <a:xfrm rot="5400000">
            <a:off x="1140677" y="9471659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"/>
          <p:cNvSpPr/>
          <p:nvPr/>
        </p:nvSpPr>
        <p:spPr>
          <a:xfrm rot="5400000">
            <a:off x="381000" y="9471659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"/>
          <p:cNvSpPr/>
          <p:nvPr/>
        </p:nvSpPr>
        <p:spPr>
          <a:xfrm rot="5400000">
            <a:off x="7977778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"/>
          <p:cNvSpPr/>
          <p:nvPr/>
        </p:nvSpPr>
        <p:spPr>
          <a:xfrm rot="5400000">
            <a:off x="7218100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"/>
          <p:cNvSpPr/>
          <p:nvPr/>
        </p:nvSpPr>
        <p:spPr>
          <a:xfrm rot="5400000">
            <a:off x="6458422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"/>
          <p:cNvSpPr/>
          <p:nvPr/>
        </p:nvSpPr>
        <p:spPr>
          <a:xfrm rot="5400000">
            <a:off x="5698745" y="1022921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"/>
          <p:cNvSpPr/>
          <p:nvPr/>
        </p:nvSpPr>
        <p:spPr>
          <a:xfrm rot="5400000">
            <a:off x="4939067" y="1022921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"/>
          <p:cNvSpPr/>
          <p:nvPr/>
        </p:nvSpPr>
        <p:spPr>
          <a:xfrm rot="5400000">
            <a:off x="4179389" y="1022921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"/>
          <p:cNvSpPr/>
          <p:nvPr/>
        </p:nvSpPr>
        <p:spPr>
          <a:xfrm rot="5400000">
            <a:off x="3419711" y="1022921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"/>
          <p:cNvSpPr/>
          <p:nvPr/>
        </p:nvSpPr>
        <p:spPr>
          <a:xfrm rot="5400000">
            <a:off x="2660033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"/>
          <p:cNvSpPr/>
          <p:nvPr/>
        </p:nvSpPr>
        <p:spPr>
          <a:xfrm rot="5400000">
            <a:off x="1900355" y="1022921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"/>
          <p:cNvSpPr/>
          <p:nvPr/>
        </p:nvSpPr>
        <p:spPr>
          <a:xfrm rot="5400000">
            <a:off x="1140677" y="1022921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"/>
          <p:cNvSpPr/>
          <p:nvPr/>
        </p:nvSpPr>
        <p:spPr>
          <a:xfrm rot="5400000">
            <a:off x="381000" y="1022921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"/>
          <p:cNvSpPr/>
          <p:nvPr/>
        </p:nvSpPr>
        <p:spPr>
          <a:xfrm rot="5400000">
            <a:off x="7977778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"/>
          <p:cNvSpPr/>
          <p:nvPr/>
        </p:nvSpPr>
        <p:spPr>
          <a:xfrm rot="5400000">
            <a:off x="7218100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"/>
          <p:cNvSpPr/>
          <p:nvPr/>
        </p:nvSpPr>
        <p:spPr>
          <a:xfrm rot="5400000">
            <a:off x="6458422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/>
          <p:nvPr/>
        </p:nvSpPr>
        <p:spPr>
          <a:xfrm rot="5400000">
            <a:off x="5698745" y="1098676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"/>
          <p:cNvSpPr/>
          <p:nvPr/>
        </p:nvSpPr>
        <p:spPr>
          <a:xfrm rot="5400000">
            <a:off x="4939067" y="1098676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"/>
          <p:cNvSpPr/>
          <p:nvPr/>
        </p:nvSpPr>
        <p:spPr>
          <a:xfrm rot="5400000">
            <a:off x="4179389" y="1098676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"/>
          <p:cNvSpPr/>
          <p:nvPr/>
        </p:nvSpPr>
        <p:spPr>
          <a:xfrm rot="5400000">
            <a:off x="3419711" y="1098676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"/>
          <p:cNvSpPr/>
          <p:nvPr/>
        </p:nvSpPr>
        <p:spPr>
          <a:xfrm rot="5400000">
            <a:off x="2660033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"/>
          <p:cNvSpPr/>
          <p:nvPr/>
        </p:nvSpPr>
        <p:spPr>
          <a:xfrm rot="5400000">
            <a:off x="1900355" y="1098676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"/>
          <p:cNvSpPr/>
          <p:nvPr/>
        </p:nvSpPr>
        <p:spPr>
          <a:xfrm rot="5400000">
            <a:off x="1140677" y="1098676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"/>
          <p:cNvSpPr/>
          <p:nvPr/>
        </p:nvSpPr>
        <p:spPr>
          <a:xfrm rot="5400000">
            <a:off x="381000" y="1098676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"/>
          <p:cNvSpPr/>
          <p:nvPr/>
        </p:nvSpPr>
        <p:spPr>
          <a:xfrm rot="5400000">
            <a:off x="7977778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"/>
          <p:cNvSpPr/>
          <p:nvPr/>
        </p:nvSpPr>
        <p:spPr>
          <a:xfrm rot="5400000">
            <a:off x="7218100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"/>
          <p:cNvSpPr/>
          <p:nvPr/>
        </p:nvSpPr>
        <p:spPr>
          <a:xfrm rot="5400000">
            <a:off x="6458422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"/>
          <p:cNvSpPr/>
          <p:nvPr/>
        </p:nvSpPr>
        <p:spPr>
          <a:xfrm rot="5400000">
            <a:off x="5698745" y="1174432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"/>
          <p:cNvSpPr/>
          <p:nvPr/>
        </p:nvSpPr>
        <p:spPr>
          <a:xfrm rot="5400000">
            <a:off x="4939067" y="1174432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"/>
          <p:cNvSpPr/>
          <p:nvPr/>
        </p:nvSpPr>
        <p:spPr>
          <a:xfrm rot="5400000">
            <a:off x="4179389" y="1174432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"/>
          <p:cNvSpPr/>
          <p:nvPr/>
        </p:nvSpPr>
        <p:spPr>
          <a:xfrm rot="5400000">
            <a:off x="3419711" y="1174432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"/>
          <p:cNvSpPr/>
          <p:nvPr/>
        </p:nvSpPr>
        <p:spPr>
          <a:xfrm rot="5400000">
            <a:off x="2660033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"/>
          <p:cNvSpPr/>
          <p:nvPr/>
        </p:nvSpPr>
        <p:spPr>
          <a:xfrm rot="5400000">
            <a:off x="1900355" y="1174432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"/>
          <p:cNvSpPr/>
          <p:nvPr/>
        </p:nvSpPr>
        <p:spPr>
          <a:xfrm rot="5400000">
            <a:off x="1140677" y="1174432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"/>
          <p:cNvSpPr/>
          <p:nvPr/>
        </p:nvSpPr>
        <p:spPr>
          <a:xfrm rot="5400000">
            <a:off x="381000" y="1174432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1" y="21600"/>
                  <a:pt x="21600" y="16760"/>
                  <a:pt x="21600" y="10800"/>
                </a:cubicBezTo>
                <a:cubicBezTo>
                  <a:pt x="21600" y="4840"/>
                  <a:pt x="16761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"/>
          <p:cNvSpPr/>
          <p:nvPr/>
        </p:nvSpPr>
        <p:spPr>
          <a:xfrm rot="5400000">
            <a:off x="7977778" y="1250187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"/>
          <p:cNvSpPr/>
          <p:nvPr/>
        </p:nvSpPr>
        <p:spPr>
          <a:xfrm rot="5400000">
            <a:off x="7218100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"/>
          <p:cNvSpPr/>
          <p:nvPr/>
        </p:nvSpPr>
        <p:spPr>
          <a:xfrm rot="5400000">
            <a:off x="6458422" y="1250187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"/>
          <p:cNvSpPr/>
          <p:nvPr/>
        </p:nvSpPr>
        <p:spPr>
          <a:xfrm rot="5400000">
            <a:off x="5698745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"/>
          <p:cNvSpPr/>
          <p:nvPr/>
        </p:nvSpPr>
        <p:spPr>
          <a:xfrm rot="5400000">
            <a:off x="4939067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"/>
          <p:cNvSpPr/>
          <p:nvPr/>
        </p:nvSpPr>
        <p:spPr>
          <a:xfrm rot="5400000">
            <a:off x="4179389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"/>
          <p:cNvSpPr/>
          <p:nvPr/>
        </p:nvSpPr>
        <p:spPr>
          <a:xfrm rot="5400000">
            <a:off x="3419711" y="12501878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"/>
          <p:cNvSpPr/>
          <p:nvPr/>
        </p:nvSpPr>
        <p:spPr>
          <a:xfrm rot="5400000">
            <a:off x="2660033" y="1250187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"/>
          <p:cNvSpPr/>
          <p:nvPr/>
        </p:nvSpPr>
        <p:spPr>
          <a:xfrm rot="5400000">
            <a:off x="1900355" y="12501878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"/>
          <p:cNvSpPr/>
          <p:nvPr/>
        </p:nvSpPr>
        <p:spPr>
          <a:xfrm rot="5400000">
            <a:off x="1140677" y="12501878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"/>
          <p:cNvSpPr/>
          <p:nvPr/>
        </p:nvSpPr>
        <p:spPr>
          <a:xfrm rot="5400000">
            <a:off x="381000" y="12501878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"/>
          <p:cNvSpPr/>
          <p:nvPr/>
        </p:nvSpPr>
        <p:spPr>
          <a:xfrm rot="5400000">
            <a:off x="14814878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"/>
          <p:cNvSpPr/>
          <p:nvPr/>
        </p:nvSpPr>
        <p:spPr>
          <a:xfrm rot="5400000">
            <a:off x="14814878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"/>
          <p:cNvSpPr/>
          <p:nvPr/>
        </p:nvSpPr>
        <p:spPr>
          <a:xfrm rot="5400000">
            <a:off x="14814878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"/>
          <p:cNvSpPr/>
          <p:nvPr/>
        </p:nvSpPr>
        <p:spPr>
          <a:xfrm rot="5400000">
            <a:off x="14814878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"/>
          <p:cNvSpPr/>
          <p:nvPr/>
        </p:nvSpPr>
        <p:spPr>
          <a:xfrm rot="5400000">
            <a:off x="14814878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"/>
          <p:cNvSpPr/>
          <p:nvPr/>
        </p:nvSpPr>
        <p:spPr>
          <a:xfrm rot="5400000">
            <a:off x="14814878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"/>
          <p:cNvSpPr/>
          <p:nvPr/>
        </p:nvSpPr>
        <p:spPr>
          <a:xfrm rot="5400000">
            <a:off x="14814878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"/>
          <p:cNvSpPr/>
          <p:nvPr/>
        </p:nvSpPr>
        <p:spPr>
          <a:xfrm rot="5400000">
            <a:off x="14814878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"/>
          <p:cNvSpPr/>
          <p:nvPr/>
        </p:nvSpPr>
        <p:spPr>
          <a:xfrm rot="5400000">
            <a:off x="14814878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"/>
          <p:cNvSpPr/>
          <p:nvPr/>
        </p:nvSpPr>
        <p:spPr>
          <a:xfrm rot="5400000">
            <a:off x="14814878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"/>
          <p:cNvSpPr/>
          <p:nvPr/>
        </p:nvSpPr>
        <p:spPr>
          <a:xfrm rot="5400000">
            <a:off x="14814878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"/>
          <p:cNvSpPr/>
          <p:nvPr/>
        </p:nvSpPr>
        <p:spPr>
          <a:xfrm rot="5400000">
            <a:off x="14814878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"/>
          <p:cNvSpPr/>
          <p:nvPr/>
        </p:nvSpPr>
        <p:spPr>
          <a:xfrm rot="5400000">
            <a:off x="14814878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 rot="5400000">
            <a:off x="14814878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"/>
          <p:cNvSpPr/>
          <p:nvPr/>
        </p:nvSpPr>
        <p:spPr>
          <a:xfrm rot="5400000">
            <a:off x="14814878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"/>
          <p:cNvSpPr/>
          <p:nvPr/>
        </p:nvSpPr>
        <p:spPr>
          <a:xfrm rot="5400000">
            <a:off x="14814878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"/>
          <p:cNvSpPr/>
          <p:nvPr/>
        </p:nvSpPr>
        <p:spPr>
          <a:xfrm rot="5400000">
            <a:off x="14814878" y="1250188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"/>
          <p:cNvSpPr/>
          <p:nvPr/>
        </p:nvSpPr>
        <p:spPr>
          <a:xfrm rot="5400000">
            <a:off x="19372946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"/>
          <p:cNvSpPr/>
          <p:nvPr/>
        </p:nvSpPr>
        <p:spPr>
          <a:xfrm rot="5400000">
            <a:off x="19372946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"/>
          <p:cNvSpPr/>
          <p:nvPr/>
        </p:nvSpPr>
        <p:spPr>
          <a:xfrm rot="5400000">
            <a:off x="19372946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"/>
          <p:cNvSpPr/>
          <p:nvPr/>
        </p:nvSpPr>
        <p:spPr>
          <a:xfrm rot="5400000">
            <a:off x="19372946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"/>
          <p:cNvSpPr/>
          <p:nvPr/>
        </p:nvSpPr>
        <p:spPr>
          <a:xfrm rot="5400000">
            <a:off x="19372946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"/>
          <p:cNvSpPr/>
          <p:nvPr/>
        </p:nvSpPr>
        <p:spPr>
          <a:xfrm rot="5400000">
            <a:off x="19372946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"/>
          <p:cNvSpPr/>
          <p:nvPr/>
        </p:nvSpPr>
        <p:spPr>
          <a:xfrm rot="5400000">
            <a:off x="19372946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"/>
          <p:cNvSpPr/>
          <p:nvPr/>
        </p:nvSpPr>
        <p:spPr>
          <a:xfrm rot="5400000">
            <a:off x="19372946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"/>
          <p:cNvSpPr/>
          <p:nvPr/>
        </p:nvSpPr>
        <p:spPr>
          <a:xfrm rot="5400000">
            <a:off x="19372946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"/>
          <p:cNvSpPr/>
          <p:nvPr/>
        </p:nvSpPr>
        <p:spPr>
          <a:xfrm rot="5400000">
            <a:off x="19372946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"/>
          <p:cNvSpPr/>
          <p:nvPr/>
        </p:nvSpPr>
        <p:spPr>
          <a:xfrm rot="5400000">
            <a:off x="19372946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"/>
          <p:cNvSpPr/>
          <p:nvPr/>
        </p:nvSpPr>
        <p:spPr>
          <a:xfrm rot="5400000">
            <a:off x="19372946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"/>
          <p:cNvSpPr/>
          <p:nvPr/>
        </p:nvSpPr>
        <p:spPr>
          <a:xfrm rot="5400000">
            <a:off x="19372946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"/>
          <p:cNvSpPr/>
          <p:nvPr/>
        </p:nvSpPr>
        <p:spPr>
          <a:xfrm rot="5400000">
            <a:off x="19372946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"/>
          <p:cNvSpPr/>
          <p:nvPr/>
        </p:nvSpPr>
        <p:spPr>
          <a:xfrm rot="5400000">
            <a:off x="19372946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"/>
          <p:cNvSpPr/>
          <p:nvPr/>
        </p:nvSpPr>
        <p:spPr>
          <a:xfrm rot="5400000">
            <a:off x="19372946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"/>
          <p:cNvSpPr/>
          <p:nvPr/>
        </p:nvSpPr>
        <p:spPr>
          <a:xfrm rot="5400000">
            <a:off x="19372946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"/>
          <p:cNvSpPr/>
          <p:nvPr/>
        </p:nvSpPr>
        <p:spPr>
          <a:xfrm rot="5400000">
            <a:off x="20132623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"/>
          <p:cNvSpPr/>
          <p:nvPr/>
        </p:nvSpPr>
        <p:spPr>
          <a:xfrm rot="5400000">
            <a:off x="20132623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"/>
          <p:cNvSpPr/>
          <p:nvPr/>
        </p:nvSpPr>
        <p:spPr>
          <a:xfrm rot="5400000">
            <a:off x="20132623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"/>
          <p:cNvSpPr/>
          <p:nvPr/>
        </p:nvSpPr>
        <p:spPr>
          <a:xfrm rot="5400000">
            <a:off x="20132623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"/>
          <p:cNvSpPr/>
          <p:nvPr/>
        </p:nvSpPr>
        <p:spPr>
          <a:xfrm rot="5400000">
            <a:off x="20132623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"/>
          <p:cNvSpPr/>
          <p:nvPr/>
        </p:nvSpPr>
        <p:spPr>
          <a:xfrm rot="5400000">
            <a:off x="20132623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"/>
          <p:cNvSpPr/>
          <p:nvPr/>
        </p:nvSpPr>
        <p:spPr>
          <a:xfrm rot="5400000">
            <a:off x="20132623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"/>
          <p:cNvSpPr/>
          <p:nvPr/>
        </p:nvSpPr>
        <p:spPr>
          <a:xfrm rot="5400000">
            <a:off x="20132623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"/>
          <p:cNvSpPr/>
          <p:nvPr/>
        </p:nvSpPr>
        <p:spPr>
          <a:xfrm rot="5400000">
            <a:off x="20132623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"/>
          <p:cNvSpPr/>
          <p:nvPr/>
        </p:nvSpPr>
        <p:spPr>
          <a:xfrm rot="5400000">
            <a:off x="20132623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"/>
          <p:cNvSpPr/>
          <p:nvPr/>
        </p:nvSpPr>
        <p:spPr>
          <a:xfrm rot="5400000">
            <a:off x="20132623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"/>
          <p:cNvSpPr/>
          <p:nvPr/>
        </p:nvSpPr>
        <p:spPr>
          <a:xfrm rot="5400000">
            <a:off x="20132623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"/>
          <p:cNvSpPr/>
          <p:nvPr/>
        </p:nvSpPr>
        <p:spPr>
          <a:xfrm rot="5400000">
            <a:off x="20132623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"/>
          <p:cNvSpPr/>
          <p:nvPr/>
        </p:nvSpPr>
        <p:spPr>
          <a:xfrm rot="5400000">
            <a:off x="20132623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"/>
          <p:cNvSpPr/>
          <p:nvPr/>
        </p:nvSpPr>
        <p:spPr>
          <a:xfrm rot="5400000">
            <a:off x="20132623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"/>
          <p:cNvSpPr/>
          <p:nvPr/>
        </p:nvSpPr>
        <p:spPr>
          <a:xfrm rot="5400000">
            <a:off x="20132623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"/>
          <p:cNvSpPr/>
          <p:nvPr/>
        </p:nvSpPr>
        <p:spPr>
          <a:xfrm rot="5400000">
            <a:off x="20132623" y="12501880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"/>
          <p:cNvSpPr/>
          <p:nvPr/>
        </p:nvSpPr>
        <p:spPr>
          <a:xfrm rot="5400000">
            <a:off x="20892301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"/>
          <p:cNvSpPr/>
          <p:nvPr/>
        </p:nvSpPr>
        <p:spPr>
          <a:xfrm rot="5400000">
            <a:off x="20892301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"/>
          <p:cNvSpPr/>
          <p:nvPr/>
        </p:nvSpPr>
        <p:spPr>
          <a:xfrm rot="5400000">
            <a:off x="20892301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"/>
          <p:cNvSpPr/>
          <p:nvPr/>
        </p:nvSpPr>
        <p:spPr>
          <a:xfrm rot="5400000">
            <a:off x="20892301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"/>
          <p:cNvSpPr/>
          <p:nvPr/>
        </p:nvSpPr>
        <p:spPr>
          <a:xfrm rot="5400000">
            <a:off x="20892301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"/>
          <p:cNvSpPr/>
          <p:nvPr/>
        </p:nvSpPr>
        <p:spPr>
          <a:xfrm rot="5400000">
            <a:off x="20892301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"/>
          <p:cNvSpPr/>
          <p:nvPr/>
        </p:nvSpPr>
        <p:spPr>
          <a:xfrm rot="5400000">
            <a:off x="20892301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"/>
          <p:cNvSpPr/>
          <p:nvPr/>
        </p:nvSpPr>
        <p:spPr>
          <a:xfrm rot="5400000">
            <a:off x="20892301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"/>
          <p:cNvSpPr/>
          <p:nvPr/>
        </p:nvSpPr>
        <p:spPr>
          <a:xfrm rot="5400000">
            <a:off x="20892301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"/>
          <p:cNvSpPr/>
          <p:nvPr/>
        </p:nvSpPr>
        <p:spPr>
          <a:xfrm rot="5400000">
            <a:off x="20892301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"/>
          <p:cNvSpPr/>
          <p:nvPr/>
        </p:nvSpPr>
        <p:spPr>
          <a:xfrm rot="5400000">
            <a:off x="20892301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"/>
          <p:cNvSpPr/>
          <p:nvPr/>
        </p:nvSpPr>
        <p:spPr>
          <a:xfrm rot="5400000">
            <a:off x="20892301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"/>
          <p:cNvSpPr/>
          <p:nvPr/>
        </p:nvSpPr>
        <p:spPr>
          <a:xfrm rot="5400000">
            <a:off x="20892301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"/>
          <p:cNvSpPr/>
          <p:nvPr/>
        </p:nvSpPr>
        <p:spPr>
          <a:xfrm rot="5400000">
            <a:off x="20892301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"/>
          <p:cNvSpPr/>
          <p:nvPr/>
        </p:nvSpPr>
        <p:spPr>
          <a:xfrm rot="5400000">
            <a:off x="20892301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"/>
          <p:cNvSpPr/>
          <p:nvPr/>
        </p:nvSpPr>
        <p:spPr>
          <a:xfrm rot="5400000">
            <a:off x="20892301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"/>
          <p:cNvSpPr/>
          <p:nvPr/>
        </p:nvSpPr>
        <p:spPr>
          <a:xfrm rot="5400000">
            <a:off x="20892301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"/>
          <p:cNvSpPr/>
          <p:nvPr/>
        </p:nvSpPr>
        <p:spPr>
          <a:xfrm rot="5400000">
            <a:off x="21651980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"/>
          <p:cNvSpPr/>
          <p:nvPr/>
        </p:nvSpPr>
        <p:spPr>
          <a:xfrm rot="5400000">
            <a:off x="21651980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"/>
          <p:cNvSpPr/>
          <p:nvPr/>
        </p:nvSpPr>
        <p:spPr>
          <a:xfrm rot="5400000">
            <a:off x="21651980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"/>
          <p:cNvSpPr/>
          <p:nvPr/>
        </p:nvSpPr>
        <p:spPr>
          <a:xfrm rot="5400000">
            <a:off x="21651980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"/>
          <p:cNvSpPr/>
          <p:nvPr/>
        </p:nvSpPr>
        <p:spPr>
          <a:xfrm rot="5400000">
            <a:off x="21651980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"/>
          <p:cNvSpPr/>
          <p:nvPr/>
        </p:nvSpPr>
        <p:spPr>
          <a:xfrm rot="5400000">
            <a:off x="21651980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"/>
          <p:cNvSpPr/>
          <p:nvPr/>
        </p:nvSpPr>
        <p:spPr>
          <a:xfrm rot="5400000">
            <a:off x="21651980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"/>
          <p:cNvSpPr/>
          <p:nvPr/>
        </p:nvSpPr>
        <p:spPr>
          <a:xfrm rot="5400000">
            <a:off x="21651980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"/>
          <p:cNvSpPr/>
          <p:nvPr/>
        </p:nvSpPr>
        <p:spPr>
          <a:xfrm rot="5400000">
            <a:off x="21651980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"/>
          <p:cNvSpPr/>
          <p:nvPr/>
        </p:nvSpPr>
        <p:spPr>
          <a:xfrm rot="5400000">
            <a:off x="21651980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"/>
          <p:cNvSpPr/>
          <p:nvPr/>
        </p:nvSpPr>
        <p:spPr>
          <a:xfrm rot="5400000">
            <a:off x="21651980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"/>
          <p:cNvSpPr/>
          <p:nvPr/>
        </p:nvSpPr>
        <p:spPr>
          <a:xfrm rot="5400000">
            <a:off x="21651980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"/>
          <p:cNvSpPr/>
          <p:nvPr/>
        </p:nvSpPr>
        <p:spPr>
          <a:xfrm rot="5400000">
            <a:off x="21651980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"/>
          <p:cNvSpPr/>
          <p:nvPr/>
        </p:nvSpPr>
        <p:spPr>
          <a:xfrm rot="5400000">
            <a:off x="21651980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"/>
          <p:cNvSpPr/>
          <p:nvPr/>
        </p:nvSpPr>
        <p:spPr>
          <a:xfrm rot="5400000">
            <a:off x="21651980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"/>
          <p:cNvSpPr/>
          <p:nvPr/>
        </p:nvSpPr>
        <p:spPr>
          <a:xfrm rot="5400000">
            <a:off x="21651980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"/>
          <p:cNvSpPr/>
          <p:nvPr/>
        </p:nvSpPr>
        <p:spPr>
          <a:xfrm rot="5400000">
            <a:off x="21651980" y="12501880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"/>
          <p:cNvSpPr/>
          <p:nvPr/>
        </p:nvSpPr>
        <p:spPr>
          <a:xfrm rot="5400000">
            <a:off x="22411658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"/>
          <p:cNvSpPr/>
          <p:nvPr/>
        </p:nvSpPr>
        <p:spPr>
          <a:xfrm rot="5400000">
            <a:off x="22411658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"/>
          <p:cNvSpPr/>
          <p:nvPr/>
        </p:nvSpPr>
        <p:spPr>
          <a:xfrm rot="5400000">
            <a:off x="22411658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"/>
          <p:cNvSpPr/>
          <p:nvPr/>
        </p:nvSpPr>
        <p:spPr>
          <a:xfrm rot="5400000">
            <a:off x="22411658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"/>
          <p:cNvSpPr/>
          <p:nvPr/>
        </p:nvSpPr>
        <p:spPr>
          <a:xfrm rot="5400000">
            <a:off x="22411658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"/>
          <p:cNvSpPr/>
          <p:nvPr/>
        </p:nvSpPr>
        <p:spPr>
          <a:xfrm rot="5400000">
            <a:off x="22411658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"/>
          <p:cNvSpPr/>
          <p:nvPr/>
        </p:nvSpPr>
        <p:spPr>
          <a:xfrm rot="5400000">
            <a:off x="22411658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"/>
          <p:cNvSpPr/>
          <p:nvPr/>
        </p:nvSpPr>
        <p:spPr>
          <a:xfrm rot="5400000">
            <a:off x="22411658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"/>
          <p:cNvSpPr/>
          <p:nvPr/>
        </p:nvSpPr>
        <p:spPr>
          <a:xfrm rot="5400000">
            <a:off x="22411658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"/>
          <p:cNvSpPr/>
          <p:nvPr/>
        </p:nvSpPr>
        <p:spPr>
          <a:xfrm rot="5400000">
            <a:off x="22411658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"/>
          <p:cNvSpPr/>
          <p:nvPr/>
        </p:nvSpPr>
        <p:spPr>
          <a:xfrm rot="5400000">
            <a:off x="22411658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"/>
          <p:cNvSpPr/>
          <p:nvPr/>
        </p:nvSpPr>
        <p:spPr>
          <a:xfrm rot="5400000">
            <a:off x="22411658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"/>
          <p:cNvSpPr/>
          <p:nvPr/>
        </p:nvSpPr>
        <p:spPr>
          <a:xfrm rot="5400000">
            <a:off x="22411658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"/>
          <p:cNvSpPr/>
          <p:nvPr/>
        </p:nvSpPr>
        <p:spPr>
          <a:xfrm rot="5400000">
            <a:off x="22411658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"/>
          <p:cNvSpPr/>
          <p:nvPr/>
        </p:nvSpPr>
        <p:spPr>
          <a:xfrm rot="5400000">
            <a:off x="22411658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"/>
          <p:cNvSpPr/>
          <p:nvPr/>
        </p:nvSpPr>
        <p:spPr>
          <a:xfrm rot="5400000">
            <a:off x="22411658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"/>
          <p:cNvSpPr/>
          <p:nvPr/>
        </p:nvSpPr>
        <p:spPr>
          <a:xfrm rot="5400000">
            <a:off x="22411658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"/>
          <p:cNvSpPr/>
          <p:nvPr/>
        </p:nvSpPr>
        <p:spPr>
          <a:xfrm rot="5400000">
            <a:off x="23171336" y="265366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"/>
          <p:cNvSpPr/>
          <p:nvPr/>
        </p:nvSpPr>
        <p:spPr>
          <a:xfrm rot="5400000">
            <a:off x="23171336" y="189610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"/>
          <p:cNvSpPr/>
          <p:nvPr/>
        </p:nvSpPr>
        <p:spPr>
          <a:xfrm rot="5400000">
            <a:off x="23171336" y="113855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"/>
          <p:cNvSpPr/>
          <p:nvPr/>
        </p:nvSpPr>
        <p:spPr>
          <a:xfrm rot="5400000">
            <a:off x="23171336" y="38099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"/>
          <p:cNvSpPr/>
          <p:nvPr/>
        </p:nvSpPr>
        <p:spPr>
          <a:xfrm rot="5400000">
            <a:off x="23171336" y="341121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"/>
          <p:cNvSpPr/>
          <p:nvPr/>
        </p:nvSpPr>
        <p:spPr>
          <a:xfrm rot="5400000">
            <a:off x="23171336" y="416877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"/>
          <p:cNvSpPr/>
          <p:nvPr/>
        </p:nvSpPr>
        <p:spPr>
          <a:xfrm rot="5400000">
            <a:off x="23171336" y="4926329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"/>
          <p:cNvSpPr/>
          <p:nvPr/>
        </p:nvSpPr>
        <p:spPr>
          <a:xfrm rot="5400000">
            <a:off x="23171336" y="5683884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"/>
          <p:cNvSpPr/>
          <p:nvPr/>
        </p:nvSpPr>
        <p:spPr>
          <a:xfrm rot="5400000">
            <a:off x="23171336" y="644144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"/>
          <p:cNvSpPr/>
          <p:nvPr/>
        </p:nvSpPr>
        <p:spPr>
          <a:xfrm rot="5400000">
            <a:off x="23171336" y="719899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"/>
          <p:cNvSpPr/>
          <p:nvPr/>
        </p:nvSpPr>
        <p:spPr>
          <a:xfrm rot="5400000">
            <a:off x="23171336" y="795655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"/>
          <p:cNvSpPr/>
          <p:nvPr/>
        </p:nvSpPr>
        <p:spPr>
          <a:xfrm rot="5400000">
            <a:off x="23171336" y="871410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"/>
          <p:cNvSpPr/>
          <p:nvPr/>
        </p:nvSpPr>
        <p:spPr>
          <a:xfrm rot="5400000">
            <a:off x="23171336" y="9471660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"/>
          <p:cNvSpPr/>
          <p:nvPr/>
        </p:nvSpPr>
        <p:spPr>
          <a:xfrm rot="5400000">
            <a:off x="23171336" y="10229215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"/>
          <p:cNvSpPr/>
          <p:nvPr/>
        </p:nvSpPr>
        <p:spPr>
          <a:xfrm rot="5400000">
            <a:off x="23171336" y="10986770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"/>
          <p:cNvSpPr/>
          <p:nvPr/>
        </p:nvSpPr>
        <p:spPr>
          <a:xfrm rot="5400000">
            <a:off x="23171336" y="1174432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"/>
          <p:cNvSpPr/>
          <p:nvPr/>
        </p:nvSpPr>
        <p:spPr>
          <a:xfrm rot="5400000">
            <a:off x="23171336" y="12501880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"/>
          <p:cNvSpPr/>
          <p:nvPr/>
        </p:nvSpPr>
        <p:spPr>
          <a:xfrm rot="5400000">
            <a:off x="23931013" y="265366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"/>
          <p:cNvSpPr/>
          <p:nvPr/>
        </p:nvSpPr>
        <p:spPr>
          <a:xfrm rot="5400000">
            <a:off x="23931013" y="189610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"/>
          <p:cNvSpPr/>
          <p:nvPr/>
        </p:nvSpPr>
        <p:spPr>
          <a:xfrm rot="5400000">
            <a:off x="23931013" y="113855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"/>
          <p:cNvSpPr/>
          <p:nvPr/>
        </p:nvSpPr>
        <p:spPr>
          <a:xfrm rot="5400000">
            <a:off x="23931013" y="38099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"/>
          <p:cNvSpPr/>
          <p:nvPr/>
        </p:nvSpPr>
        <p:spPr>
          <a:xfrm rot="5400000">
            <a:off x="23931013" y="341121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"/>
          <p:cNvSpPr/>
          <p:nvPr/>
        </p:nvSpPr>
        <p:spPr>
          <a:xfrm rot="5400000">
            <a:off x="23931013" y="416877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"/>
          <p:cNvSpPr/>
          <p:nvPr/>
        </p:nvSpPr>
        <p:spPr>
          <a:xfrm rot="5400000">
            <a:off x="23931013" y="4926329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"/>
          <p:cNvSpPr/>
          <p:nvPr/>
        </p:nvSpPr>
        <p:spPr>
          <a:xfrm rot="5400000">
            <a:off x="23931013" y="5683884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"/>
          <p:cNvSpPr/>
          <p:nvPr/>
        </p:nvSpPr>
        <p:spPr>
          <a:xfrm rot="5400000">
            <a:off x="23931013" y="644144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"/>
          <p:cNvSpPr/>
          <p:nvPr/>
        </p:nvSpPr>
        <p:spPr>
          <a:xfrm rot="5400000">
            <a:off x="23931013" y="719899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"/>
          <p:cNvSpPr/>
          <p:nvPr/>
        </p:nvSpPr>
        <p:spPr>
          <a:xfrm rot="5400000">
            <a:off x="23931013" y="795655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"/>
          <p:cNvSpPr/>
          <p:nvPr/>
        </p:nvSpPr>
        <p:spPr>
          <a:xfrm rot="5400000">
            <a:off x="23931013" y="871410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"/>
          <p:cNvSpPr/>
          <p:nvPr/>
        </p:nvSpPr>
        <p:spPr>
          <a:xfrm rot="5400000">
            <a:off x="23931013" y="9471660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"/>
          <p:cNvSpPr/>
          <p:nvPr/>
        </p:nvSpPr>
        <p:spPr>
          <a:xfrm rot="5400000">
            <a:off x="23931013" y="10229215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"/>
          <p:cNvSpPr/>
          <p:nvPr/>
        </p:nvSpPr>
        <p:spPr>
          <a:xfrm rot="5400000">
            <a:off x="23931013" y="10986770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"/>
          <p:cNvSpPr/>
          <p:nvPr/>
        </p:nvSpPr>
        <p:spPr>
          <a:xfrm rot="5400000">
            <a:off x="23931013" y="11744325"/>
            <a:ext cx="62867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"/>
          <p:cNvSpPr/>
          <p:nvPr/>
        </p:nvSpPr>
        <p:spPr>
          <a:xfrm rot="5400000">
            <a:off x="23931013" y="12501880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"/>
          <p:cNvSpPr/>
          <p:nvPr/>
        </p:nvSpPr>
        <p:spPr>
          <a:xfrm rot="5400000">
            <a:off x="15574557" y="13259435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"/>
          <p:cNvSpPr/>
          <p:nvPr/>
        </p:nvSpPr>
        <p:spPr>
          <a:xfrm rot="5400000">
            <a:off x="16334235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"/>
          <p:cNvSpPr/>
          <p:nvPr/>
        </p:nvSpPr>
        <p:spPr>
          <a:xfrm rot="5400000">
            <a:off x="17093913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"/>
          <p:cNvSpPr/>
          <p:nvPr/>
        </p:nvSpPr>
        <p:spPr>
          <a:xfrm rot="5400000">
            <a:off x="17853590" y="13259435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"/>
          <p:cNvSpPr/>
          <p:nvPr/>
        </p:nvSpPr>
        <p:spPr>
          <a:xfrm rot="5400000">
            <a:off x="18613268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"/>
          <p:cNvSpPr/>
          <p:nvPr/>
        </p:nvSpPr>
        <p:spPr>
          <a:xfrm rot="5400000">
            <a:off x="14055201" y="1325943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"/>
          <p:cNvSpPr/>
          <p:nvPr/>
        </p:nvSpPr>
        <p:spPr>
          <a:xfrm rot="5400000">
            <a:off x="13295523" y="1325943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"/>
          <p:cNvSpPr/>
          <p:nvPr/>
        </p:nvSpPr>
        <p:spPr>
          <a:xfrm rot="5400000">
            <a:off x="12535845" y="1325943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"/>
          <p:cNvSpPr/>
          <p:nvPr/>
        </p:nvSpPr>
        <p:spPr>
          <a:xfrm rot="5400000">
            <a:off x="11776168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"/>
          <p:cNvSpPr/>
          <p:nvPr/>
        </p:nvSpPr>
        <p:spPr>
          <a:xfrm rot="5400000">
            <a:off x="11016490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"/>
          <p:cNvSpPr/>
          <p:nvPr/>
        </p:nvSpPr>
        <p:spPr>
          <a:xfrm rot="5400000">
            <a:off x="10256812" y="1325943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"/>
          <p:cNvSpPr/>
          <p:nvPr/>
        </p:nvSpPr>
        <p:spPr>
          <a:xfrm rot="5400000">
            <a:off x="9497134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"/>
          <p:cNvSpPr/>
          <p:nvPr/>
        </p:nvSpPr>
        <p:spPr>
          <a:xfrm rot="5400000">
            <a:off x="8737456" y="1325943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"/>
          <p:cNvSpPr/>
          <p:nvPr/>
        </p:nvSpPr>
        <p:spPr>
          <a:xfrm rot="5400000">
            <a:off x="7977778" y="1325943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"/>
          <p:cNvSpPr/>
          <p:nvPr/>
        </p:nvSpPr>
        <p:spPr>
          <a:xfrm rot="5400000">
            <a:off x="7218100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1"/>
                  <a:pt x="4831" y="21600"/>
                  <a:pt x="10800" y="21600"/>
                </a:cubicBezTo>
                <a:cubicBezTo>
                  <a:pt x="16760" y="21600"/>
                  <a:pt x="21600" y="16761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"/>
          <p:cNvSpPr/>
          <p:nvPr/>
        </p:nvSpPr>
        <p:spPr>
          <a:xfrm rot="5400000">
            <a:off x="6458422" y="1325943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"/>
          <p:cNvSpPr/>
          <p:nvPr/>
        </p:nvSpPr>
        <p:spPr>
          <a:xfrm rot="5400000">
            <a:off x="5698745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39"/>
                  <a:pt x="16760" y="0"/>
                  <a:pt x="10800" y="0"/>
                </a:cubicBezTo>
                <a:cubicBezTo>
                  <a:pt x="4831" y="0"/>
                  <a:pt x="0" y="4839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"/>
          <p:cNvSpPr/>
          <p:nvPr/>
        </p:nvSpPr>
        <p:spPr>
          <a:xfrm rot="5400000">
            <a:off x="4939067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"/>
          <p:cNvSpPr/>
          <p:nvPr/>
        </p:nvSpPr>
        <p:spPr>
          <a:xfrm rot="5400000">
            <a:off x="4179389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"/>
          <p:cNvSpPr/>
          <p:nvPr/>
        </p:nvSpPr>
        <p:spPr>
          <a:xfrm rot="5400000">
            <a:off x="3419711" y="13259434"/>
            <a:ext cx="62866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"/>
          <p:cNvSpPr/>
          <p:nvPr/>
        </p:nvSpPr>
        <p:spPr>
          <a:xfrm rot="5400000">
            <a:off x="2660033" y="1325943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"/>
          <p:cNvSpPr/>
          <p:nvPr/>
        </p:nvSpPr>
        <p:spPr>
          <a:xfrm rot="5400000">
            <a:off x="1900355" y="13259434"/>
            <a:ext cx="62867" cy="62866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"/>
          <p:cNvSpPr/>
          <p:nvPr/>
        </p:nvSpPr>
        <p:spPr>
          <a:xfrm rot="5400000">
            <a:off x="1140677" y="13259434"/>
            <a:ext cx="62867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"/>
          <p:cNvSpPr/>
          <p:nvPr/>
        </p:nvSpPr>
        <p:spPr>
          <a:xfrm rot="5400000">
            <a:off x="381000" y="13259434"/>
            <a:ext cx="62866" cy="6286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16760"/>
                  <a:pt x="4831" y="21600"/>
                  <a:pt x="10800" y="21600"/>
                </a:cubicBezTo>
                <a:cubicBezTo>
                  <a:pt x="16760" y="21600"/>
                  <a:pt x="21600" y="16760"/>
                  <a:pt x="21600" y="10800"/>
                </a:cubicBezTo>
                <a:cubicBezTo>
                  <a:pt x="21600" y="4840"/>
                  <a:pt x="16760" y="0"/>
                  <a:pt x="10800" y="0"/>
                </a:cubicBezTo>
                <a:cubicBezTo>
                  <a:pt x="4831" y="0"/>
                  <a:pt x="0" y="4840"/>
                  <a:pt x="0" y="108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"/>
          <p:cNvSpPr/>
          <p:nvPr/>
        </p:nvSpPr>
        <p:spPr>
          <a:xfrm rot="5400000">
            <a:off x="14814880" y="13259435"/>
            <a:ext cx="62866" cy="62867"/>
          </a:xfrm>
          <a:prstGeom prst="ellipse">
            <a:avLst/>
          </a:pr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"/>
          <p:cNvSpPr/>
          <p:nvPr/>
        </p:nvSpPr>
        <p:spPr>
          <a:xfrm rot="5400000">
            <a:off x="19372946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"/>
          <p:cNvSpPr/>
          <p:nvPr/>
        </p:nvSpPr>
        <p:spPr>
          <a:xfrm rot="5400000">
            <a:off x="20132623" y="13259435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"/>
          <p:cNvSpPr/>
          <p:nvPr/>
        </p:nvSpPr>
        <p:spPr>
          <a:xfrm rot="5400000">
            <a:off x="20892303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"/>
          <p:cNvSpPr/>
          <p:nvPr/>
        </p:nvSpPr>
        <p:spPr>
          <a:xfrm rot="5400000">
            <a:off x="21651980" y="13259435"/>
            <a:ext cx="62867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"/>
          <p:cNvSpPr/>
          <p:nvPr/>
        </p:nvSpPr>
        <p:spPr>
          <a:xfrm rot="5400000">
            <a:off x="22411658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"/>
          <p:cNvSpPr/>
          <p:nvPr/>
        </p:nvSpPr>
        <p:spPr>
          <a:xfrm rot="5400000">
            <a:off x="23171336" y="1325943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"/>
          <p:cNvSpPr txBox="1"/>
          <p:nvPr/>
        </p:nvSpPr>
        <p:spPr>
          <a:xfrm>
            <a:off x="284581" y="239394"/>
            <a:ext cx="38919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127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rPr>
              <a:t>Cambridge Technology:  </a:t>
            </a:r>
            <a:endParaRPr sz="1600">
              <a:solidFill>
                <a:srgbClr val="66686A"/>
              </a:solidFill>
            </a:endParaRPr>
          </a:p>
        </p:txBody>
      </p:sp>
      <p:sp>
        <p:nvSpPr>
          <p:cNvPr id="584" name="Google Shape;584;p3"/>
          <p:cNvSpPr/>
          <p:nvPr/>
        </p:nvSpPr>
        <p:spPr>
          <a:xfrm rot="5400000">
            <a:off x="23940956" y="13251815"/>
            <a:ext cx="62866" cy="6286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1" y="21600"/>
                </a:moveTo>
                <a:cubicBezTo>
                  <a:pt x="16760" y="21600"/>
                  <a:pt x="21600" y="16769"/>
                  <a:pt x="21600" y="10800"/>
                </a:cubicBezTo>
                <a:cubicBezTo>
                  <a:pt x="21600" y="4839"/>
                  <a:pt x="16760" y="0"/>
                  <a:pt x="10801" y="0"/>
                </a:cubicBezTo>
                <a:cubicBezTo>
                  <a:pt x="4840" y="0"/>
                  <a:pt x="0" y="4839"/>
                  <a:pt x="0" y="10800"/>
                </a:cubicBezTo>
                <a:cubicBezTo>
                  <a:pt x="0" y="16769"/>
                  <a:pt x="4840" y="21600"/>
                  <a:pt x="10801" y="21600"/>
                </a:cubicBezTo>
              </a:path>
            </a:pathLst>
          </a:custGeom>
          <a:solidFill>
            <a:srgbClr val="1A57A5"/>
          </a:solidFill>
          <a:ln>
            <a:noFill/>
          </a:ln>
        </p:spPr>
        <p:txBody>
          <a:bodyPr spcFirstLastPara="1" wrap="square" lIns="53575" tIns="53575" rIns="53575" bIns="53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7000"/>
              <a:buFont typeface="Arial"/>
              <a:buNone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marL="457200" marR="0" lvl="0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73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0150"/>
              <a:buFont typeface="Arial"/>
              <a:buChar char="•"/>
              <a:def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975617" y="13073062"/>
            <a:ext cx="423241" cy="4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102_0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12_E70B0D0D.xml"/><Relationship Id="rId4" Type="http://schemas.openxmlformats.org/officeDocument/2006/relationships/diagramData" Target="../diagrams/data2.xml"/><Relationship Id="rId5" Type="http://schemas.openxmlformats.org/officeDocument/2006/relationships/diagramLayout" Target="../diagrams/layout2.xml"/><Relationship Id="rId6" Type="http://schemas.openxmlformats.org/officeDocument/2006/relationships/diagramQuickStyle" Target="../diagrams/quickStyle2.xml"/><Relationship Id="rId7" Type="http://schemas.openxmlformats.org/officeDocument/2006/relationships/diagramColors" Target="../diagrams/colors2.xml"/><Relationship Id="rId8" Type="http://schemas.microsoft.com/office/2007/relationships/diagramDrawing" Target="../diagrams/drawing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4"/>
          <p:cNvGrpSpPr/>
          <p:nvPr/>
        </p:nvGrpSpPr>
        <p:grpSpPr>
          <a:xfrm rot="5400000">
            <a:off x="3989588" y="-2211591"/>
            <a:ext cx="11938003" cy="18139182"/>
            <a:chOff x="-1" y="-1"/>
            <a:chExt cx="11938002" cy="18139181"/>
          </a:xfrm>
        </p:grpSpPr>
        <p:sp>
          <p:nvSpPr>
            <p:cNvPr id="590" name="Google Shape;590;p4"/>
            <p:cNvSpPr/>
            <p:nvPr/>
          </p:nvSpPr>
          <p:spPr>
            <a:xfrm>
              <a:off x="2234433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"/>
            <p:cNvSpPr/>
            <p:nvPr/>
          </p:nvSpPr>
          <p:spPr>
            <a:xfrm>
              <a:off x="1481253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"/>
            <p:cNvSpPr/>
            <p:nvPr/>
          </p:nvSpPr>
          <p:spPr>
            <a:xfrm>
              <a:off x="753179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"/>
            <p:cNvSpPr/>
            <p:nvPr/>
          </p:nvSpPr>
          <p:spPr>
            <a:xfrm>
              <a:off x="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"/>
            <p:cNvSpPr/>
            <p:nvPr/>
          </p:nvSpPr>
          <p:spPr>
            <a:xfrm>
              <a:off x="2234433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"/>
            <p:cNvSpPr/>
            <p:nvPr/>
          </p:nvSpPr>
          <p:spPr>
            <a:xfrm>
              <a:off x="1481253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"/>
            <p:cNvSpPr/>
            <p:nvPr/>
          </p:nvSpPr>
          <p:spPr>
            <a:xfrm>
              <a:off x="753179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"/>
            <p:cNvSpPr/>
            <p:nvPr/>
          </p:nvSpPr>
          <p:spPr>
            <a:xfrm>
              <a:off x="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"/>
            <p:cNvSpPr/>
            <p:nvPr/>
          </p:nvSpPr>
          <p:spPr>
            <a:xfrm>
              <a:off x="2234433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1481253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753179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"/>
            <p:cNvSpPr/>
            <p:nvPr/>
          </p:nvSpPr>
          <p:spPr>
            <a:xfrm>
              <a:off x="2234433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2234433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"/>
            <p:cNvSpPr/>
            <p:nvPr/>
          </p:nvSpPr>
          <p:spPr>
            <a:xfrm>
              <a:off x="1481253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"/>
            <p:cNvSpPr/>
            <p:nvPr/>
          </p:nvSpPr>
          <p:spPr>
            <a:xfrm>
              <a:off x="1481253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"/>
            <p:cNvSpPr/>
            <p:nvPr/>
          </p:nvSpPr>
          <p:spPr>
            <a:xfrm>
              <a:off x="753179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753179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2962507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2962507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"/>
            <p:cNvSpPr/>
            <p:nvPr/>
          </p:nvSpPr>
          <p:spPr>
            <a:xfrm>
              <a:off x="2962507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2962507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2962507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3715686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3715686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"/>
            <p:cNvSpPr/>
            <p:nvPr/>
          </p:nvSpPr>
          <p:spPr>
            <a:xfrm>
              <a:off x="3715686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"/>
            <p:cNvSpPr/>
            <p:nvPr/>
          </p:nvSpPr>
          <p:spPr>
            <a:xfrm>
              <a:off x="3715686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3715686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444376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"/>
            <p:cNvSpPr/>
            <p:nvPr/>
          </p:nvSpPr>
          <p:spPr>
            <a:xfrm>
              <a:off x="444376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444376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"/>
            <p:cNvSpPr/>
            <p:nvPr/>
          </p:nvSpPr>
          <p:spPr>
            <a:xfrm>
              <a:off x="444376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"/>
            <p:cNvSpPr/>
            <p:nvPr/>
          </p:nvSpPr>
          <p:spPr>
            <a:xfrm>
              <a:off x="444376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"/>
            <p:cNvSpPr/>
            <p:nvPr/>
          </p:nvSpPr>
          <p:spPr>
            <a:xfrm>
              <a:off x="519694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"/>
            <p:cNvSpPr/>
            <p:nvPr/>
          </p:nvSpPr>
          <p:spPr>
            <a:xfrm>
              <a:off x="519694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"/>
            <p:cNvSpPr/>
            <p:nvPr/>
          </p:nvSpPr>
          <p:spPr>
            <a:xfrm>
              <a:off x="519694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519694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"/>
            <p:cNvSpPr/>
            <p:nvPr/>
          </p:nvSpPr>
          <p:spPr>
            <a:xfrm>
              <a:off x="519694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"/>
            <p:cNvSpPr/>
            <p:nvPr/>
          </p:nvSpPr>
          <p:spPr>
            <a:xfrm>
              <a:off x="5925014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5925014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"/>
            <p:cNvSpPr/>
            <p:nvPr/>
          </p:nvSpPr>
          <p:spPr>
            <a:xfrm>
              <a:off x="5925014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"/>
            <p:cNvSpPr/>
            <p:nvPr/>
          </p:nvSpPr>
          <p:spPr>
            <a:xfrm>
              <a:off x="5925014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5925014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"/>
            <p:cNvSpPr/>
            <p:nvPr/>
          </p:nvSpPr>
          <p:spPr>
            <a:xfrm>
              <a:off x="6678193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"/>
            <p:cNvSpPr/>
            <p:nvPr/>
          </p:nvSpPr>
          <p:spPr>
            <a:xfrm>
              <a:off x="6678193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6678193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"/>
            <p:cNvSpPr/>
            <p:nvPr/>
          </p:nvSpPr>
          <p:spPr>
            <a:xfrm>
              <a:off x="6678193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"/>
            <p:cNvSpPr/>
            <p:nvPr/>
          </p:nvSpPr>
          <p:spPr>
            <a:xfrm>
              <a:off x="6678193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"/>
            <p:cNvSpPr/>
            <p:nvPr/>
          </p:nvSpPr>
          <p:spPr>
            <a:xfrm>
              <a:off x="7406268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7406268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7406268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7406268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"/>
            <p:cNvSpPr/>
            <p:nvPr/>
          </p:nvSpPr>
          <p:spPr>
            <a:xfrm>
              <a:off x="7406268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"/>
            <p:cNvSpPr/>
            <p:nvPr/>
          </p:nvSpPr>
          <p:spPr>
            <a:xfrm>
              <a:off x="8159447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"/>
            <p:cNvSpPr/>
            <p:nvPr/>
          </p:nvSpPr>
          <p:spPr>
            <a:xfrm>
              <a:off x="8159447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"/>
            <p:cNvSpPr/>
            <p:nvPr/>
          </p:nvSpPr>
          <p:spPr>
            <a:xfrm>
              <a:off x="8159447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8159447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8159447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8912627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"/>
            <p:cNvSpPr/>
            <p:nvPr/>
          </p:nvSpPr>
          <p:spPr>
            <a:xfrm>
              <a:off x="8912627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8912627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"/>
            <p:cNvSpPr/>
            <p:nvPr/>
          </p:nvSpPr>
          <p:spPr>
            <a:xfrm>
              <a:off x="8912627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"/>
            <p:cNvSpPr/>
            <p:nvPr/>
          </p:nvSpPr>
          <p:spPr>
            <a:xfrm>
              <a:off x="8912627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9640701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"/>
            <p:cNvSpPr/>
            <p:nvPr/>
          </p:nvSpPr>
          <p:spPr>
            <a:xfrm>
              <a:off x="9640701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"/>
            <p:cNvSpPr/>
            <p:nvPr/>
          </p:nvSpPr>
          <p:spPr>
            <a:xfrm>
              <a:off x="9640701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"/>
            <p:cNvSpPr/>
            <p:nvPr/>
          </p:nvSpPr>
          <p:spPr>
            <a:xfrm>
              <a:off x="9640701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"/>
            <p:cNvSpPr/>
            <p:nvPr/>
          </p:nvSpPr>
          <p:spPr>
            <a:xfrm>
              <a:off x="9640701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"/>
            <p:cNvSpPr/>
            <p:nvPr/>
          </p:nvSpPr>
          <p:spPr>
            <a:xfrm>
              <a:off x="10393881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"/>
            <p:cNvSpPr/>
            <p:nvPr/>
          </p:nvSpPr>
          <p:spPr>
            <a:xfrm>
              <a:off x="10393881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"/>
            <p:cNvSpPr/>
            <p:nvPr/>
          </p:nvSpPr>
          <p:spPr>
            <a:xfrm>
              <a:off x="10393881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"/>
            <p:cNvSpPr/>
            <p:nvPr/>
          </p:nvSpPr>
          <p:spPr>
            <a:xfrm>
              <a:off x="10393881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"/>
            <p:cNvSpPr/>
            <p:nvPr/>
          </p:nvSpPr>
          <p:spPr>
            <a:xfrm>
              <a:off x="10393881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"/>
            <p:cNvSpPr/>
            <p:nvPr/>
          </p:nvSpPr>
          <p:spPr>
            <a:xfrm>
              <a:off x="11121954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"/>
            <p:cNvSpPr/>
            <p:nvPr/>
          </p:nvSpPr>
          <p:spPr>
            <a:xfrm>
              <a:off x="11121954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"/>
            <p:cNvSpPr/>
            <p:nvPr/>
          </p:nvSpPr>
          <p:spPr>
            <a:xfrm>
              <a:off x="11121954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"/>
            <p:cNvSpPr/>
            <p:nvPr/>
          </p:nvSpPr>
          <p:spPr>
            <a:xfrm>
              <a:off x="11121954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"/>
            <p:cNvSpPr/>
            <p:nvPr/>
          </p:nvSpPr>
          <p:spPr>
            <a:xfrm>
              <a:off x="11121954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"/>
            <p:cNvSpPr/>
            <p:nvPr/>
          </p:nvSpPr>
          <p:spPr>
            <a:xfrm>
              <a:off x="11875134" y="2987612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"/>
            <p:cNvSpPr/>
            <p:nvPr/>
          </p:nvSpPr>
          <p:spPr>
            <a:xfrm>
              <a:off x="11875134" y="225953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"/>
            <p:cNvSpPr/>
            <p:nvPr/>
          </p:nvSpPr>
          <p:spPr>
            <a:xfrm>
              <a:off x="11875134" y="150635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"/>
            <p:cNvSpPr/>
            <p:nvPr/>
          </p:nvSpPr>
          <p:spPr>
            <a:xfrm>
              <a:off x="11875134" y="753179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"/>
            <p:cNvSpPr/>
            <p:nvPr/>
          </p:nvSpPr>
          <p:spPr>
            <a:xfrm>
              <a:off x="11875134" y="-1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"/>
            <p:cNvSpPr/>
            <p:nvPr/>
          </p:nvSpPr>
          <p:spPr>
            <a:xfrm>
              <a:off x="2234433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"/>
            <p:cNvSpPr/>
            <p:nvPr/>
          </p:nvSpPr>
          <p:spPr>
            <a:xfrm>
              <a:off x="1481253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"/>
            <p:cNvSpPr/>
            <p:nvPr/>
          </p:nvSpPr>
          <p:spPr>
            <a:xfrm>
              <a:off x="753179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"/>
            <p:cNvSpPr/>
            <p:nvPr/>
          </p:nvSpPr>
          <p:spPr>
            <a:xfrm>
              <a:off x="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"/>
            <p:cNvSpPr/>
            <p:nvPr/>
          </p:nvSpPr>
          <p:spPr>
            <a:xfrm>
              <a:off x="2962507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"/>
            <p:cNvSpPr/>
            <p:nvPr/>
          </p:nvSpPr>
          <p:spPr>
            <a:xfrm>
              <a:off x="3715686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"/>
            <p:cNvSpPr/>
            <p:nvPr/>
          </p:nvSpPr>
          <p:spPr>
            <a:xfrm>
              <a:off x="444376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"/>
            <p:cNvSpPr/>
            <p:nvPr/>
          </p:nvSpPr>
          <p:spPr>
            <a:xfrm>
              <a:off x="519694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"/>
            <p:cNvSpPr/>
            <p:nvPr/>
          </p:nvSpPr>
          <p:spPr>
            <a:xfrm>
              <a:off x="5925014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"/>
            <p:cNvSpPr/>
            <p:nvPr/>
          </p:nvSpPr>
          <p:spPr>
            <a:xfrm>
              <a:off x="6678193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"/>
            <p:cNvSpPr/>
            <p:nvPr/>
          </p:nvSpPr>
          <p:spPr>
            <a:xfrm>
              <a:off x="7406268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"/>
            <p:cNvSpPr/>
            <p:nvPr/>
          </p:nvSpPr>
          <p:spPr>
            <a:xfrm>
              <a:off x="8159447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"/>
            <p:cNvSpPr/>
            <p:nvPr/>
          </p:nvSpPr>
          <p:spPr>
            <a:xfrm>
              <a:off x="8912627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"/>
            <p:cNvSpPr/>
            <p:nvPr/>
          </p:nvSpPr>
          <p:spPr>
            <a:xfrm>
              <a:off x="9640701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"/>
            <p:cNvSpPr/>
            <p:nvPr/>
          </p:nvSpPr>
          <p:spPr>
            <a:xfrm>
              <a:off x="10393881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"/>
            <p:cNvSpPr/>
            <p:nvPr/>
          </p:nvSpPr>
          <p:spPr>
            <a:xfrm>
              <a:off x="11121954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"/>
            <p:cNvSpPr/>
            <p:nvPr/>
          </p:nvSpPr>
          <p:spPr>
            <a:xfrm>
              <a:off x="11875134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"/>
            <p:cNvSpPr/>
            <p:nvPr/>
          </p:nvSpPr>
          <p:spPr>
            <a:xfrm>
              <a:off x="2234433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"/>
            <p:cNvSpPr/>
            <p:nvPr/>
          </p:nvSpPr>
          <p:spPr>
            <a:xfrm>
              <a:off x="1481253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"/>
            <p:cNvSpPr/>
            <p:nvPr/>
          </p:nvSpPr>
          <p:spPr>
            <a:xfrm>
              <a:off x="753179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"/>
            <p:cNvSpPr/>
            <p:nvPr/>
          </p:nvSpPr>
          <p:spPr>
            <a:xfrm>
              <a:off x="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"/>
            <p:cNvSpPr/>
            <p:nvPr/>
          </p:nvSpPr>
          <p:spPr>
            <a:xfrm>
              <a:off x="2962507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"/>
            <p:cNvSpPr/>
            <p:nvPr/>
          </p:nvSpPr>
          <p:spPr>
            <a:xfrm>
              <a:off x="3715686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"/>
            <p:cNvSpPr/>
            <p:nvPr/>
          </p:nvSpPr>
          <p:spPr>
            <a:xfrm>
              <a:off x="444376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"/>
            <p:cNvSpPr/>
            <p:nvPr/>
          </p:nvSpPr>
          <p:spPr>
            <a:xfrm>
              <a:off x="519694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"/>
            <p:cNvSpPr/>
            <p:nvPr/>
          </p:nvSpPr>
          <p:spPr>
            <a:xfrm>
              <a:off x="5925014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"/>
            <p:cNvSpPr/>
            <p:nvPr/>
          </p:nvSpPr>
          <p:spPr>
            <a:xfrm>
              <a:off x="6678193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"/>
            <p:cNvSpPr/>
            <p:nvPr/>
          </p:nvSpPr>
          <p:spPr>
            <a:xfrm>
              <a:off x="7406268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"/>
            <p:cNvSpPr/>
            <p:nvPr/>
          </p:nvSpPr>
          <p:spPr>
            <a:xfrm>
              <a:off x="8159447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"/>
            <p:cNvSpPr/>
            <p:nvPr/>
          </p:nvSpPr>
          <p:spPr>
            <a:xfrm>
              <a:off x="8912627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"/>
            <p:cNvSpPr/>
            <p:nvPr/>
          </p:nvSpPr>
          <p:spPr>
            <a:xfrm>
              <a:off x="9640701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"/>
            <p:cNvSpPr/>
            <p:nvPr/>
          </p:nvSpPr>
          <p:spPr>
            <a:xfrm>
              <a:off x="10393881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"/>
            <p:cNvSpPr/>
            <p:nvPr/>
          </p:nvSpPr>
          <p:spPr>
            <a:xfrm>
              <a:off x="11121954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"/>
            <p:cNvSpPr/>
            <p:nvPr/>
          </p:nvSpPr>
          <p:spPr>
            <a:xfrm>
              <a:off x="11875134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"/>
            <p:cNvSpPr/>
            <p:nvPr/>
          </p:nvSpPr>
          <p:spPr>
            <a:xfrm>
              <a:off x="2234433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"/>
            <p:cNvSpPr/>
            <p:nvPr/>
          </p:nvSpPr>
          <p:spPr>
            <a:xfrm>
              <a:off x="1481253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"/>
            <p:cNvSpPr/>
            <p:nvPr/>
          </p:nvSpPr>
          <p:spPr>
            <a:xfrm>
              <a:off x="753179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"/>
            <p:cNvSpPr/>
            <p:nvPr/>
          </p:nvSpPr>
          <p:spPr>
            <a:xfrm>
              <a:off x="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"/>
            <p:cNvSpPr/>
            <p:nvPr/>
          </p:nvSpPr>
          <p:spPr>
            <a:xfrm>
              <a:off x="2962507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"/>
            <p:cNvSpPr/>
            <p:nvPr/>
          </p:nvSpPr>
          <p:spPr>
            <a:xfrm>
              <a:off x="3715686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"/>
            <p:cNvSpPr/>
            <p:nvPr/>
          </p:nvSpPr>
          <p:spPr>
            <a:xfrm>
              <a:off x="444376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"/>
            <p:cNvSpPr/>
            <p:nvPr/>
          </p:nvSpPr>
          <p:spPr>
            <a:xfrm>
              <a:off x="519694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"/>
            <p:cNvSpPr/>
            <p:nvPr/>
          </p:nvSpPr>
          <p:spPr>
            <a:xfrm>
              <a:off x="5925014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"/>
            <p:cNvSpPr/>
            <p:nvPr/>
          </p:nvSpPr>
          <p:spPr>
            <a:xfrm>
              <a:off x="6678193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"/>
            <p:cNvSpPr/>
            <p:nvPr/>
          </p:nvSpPr>
          <p:spPr>
            <a:xfrm>
              <a:off x="7406268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"/>
            <p:cNvSpPr/>
            <p:nvPr/>
          </p:nvSpPr>
          <p:spPr>
            <a:xfrm>
              <a:off x="8159447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"/>
            <p:cNvSpPr/>
            <p:nvPr/>
          </p:nvSpPr>
          <p:spPr>
            <a:xfrm>
              <a:off x="8912627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"/>
            <p:cNvSpPr/>
            <p:nvPr/>
          </p:nvSpPr>
          <p:spPr>
            <a:xfrm>
              <a:off x="9640701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"/>
            <p:cNvSpPr/>
            <p:nvPr/>
          </p:nvSpPr>
          <p:spPr>
            <a:xfrm>
              <a:off x="10393881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"/>
            <p:cNvSpPr/>
            <p:nvPr/>
          </p:nvSpPr>
          <p:spPr>
            <a:xfrm>
              <a:off x="11121954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"/>
            <p:cNvSpPr/>
            <p:nvPr/>
          </p:nvSpPr>
          <p:spPr>
            <a:xfrm>
              <a:off x="11875134" y="5975225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"/>
            <p:cNvSpPr/>
            <p:nvPr/>
          </p:nvSpPr>
          <p:spPr>
            <a:xfrm>
              <a:off x="2234433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4"/>
            <p:cNvSpPr/>
            <p:nvPr/>
          </p:nvSpPr>
          <p:spPr>
            <a:xfrm>
              <a:off x="1481253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"/>
            <p:cNvSpPr/>
            <p:nvPr/>
          </p:nvSpPr>
          <p:spPr>
            <a:xfrm>
              <a:off x="753179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"/>
            <p:cNvSpPr/>
            <p:nvPr/>
          </p:nvSpPr>
          <p:spPr>
            <a:xfrm>
              <a:off x="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4"/>
            <p:cNvSpPr/>
            <p:nvPr/>
          </p:nvSpPr>
          <p:spPr>
            <a:xfrm>
              <a:off x="2962507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4"/>
            <p:cNvSpPr/>
            <p:nvPr/>
          </p:nvSpPr>
          <p:spPr>
            <a:xfrm>
              <a:off x="3715686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"/>
            <p:cNvSpPr/>
            <p:nvPr/>
          </p:nvSpPr>
          <p:spPr>
            <a:xfrm>
              <a:off x="444376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"/>
            <p:cNvSpPr/>
            <p:nvPr/>
          </p:nvSpPr>
          <p:spPr>
            <a:xfrm>
              <a:off x="519694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"/>
            <p:cNvSpPr/>
            <p:nvPr/>
          </p:nvSpPr>
          <p:spPr>
            <a:xfrm>
              <a:off x="5925014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"/>
            <p:cNvSpPr/>
            <p:nvPr/>
          </p:nvSpPr>
          <p:spPr>
            <a:xfrm>
              <a:off x="6678193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4"/>
            <p:cNvSpPr/>
            <p:nvPr/>
          </p:nvSpPr>
          <p:spPr>
            <a:xfrm>
              <a:off x="7406268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"/>
            <p:cNvSpPr/>
            <p:nvPr/>
          </p:nvSpPr>
          <p:spPr>
            <a:xfrm>
              <a:off x="8159447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"/>
            <p:cNvSpPr/>
            <p:nvPr/>
          </p:nvSpPr>
          <p:spPr>
            <a:xfrm>
              <a:off x="8912627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"/>
            <p:cNvSpPr/>
            <p:nvPr/>
          </p:nvSpPr>
          <p:spPr>
            <a:xfrm>
              <a:off x="9640701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"/>
            <p:cNvSpPr/>
            <p:nvPr/>
          </p:nvSpPr>
          <p:spPr>
            <a:xfrm>
              <a:off x="10393881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"/>
            <p:cNvSpPr/>
            <p:nvPr/>
          </p:nvSpPr>
          <p:spPr>
            <a:xfrm>
              <a:off x="11121954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"/>
            <p:cNvSpPr/>
            <p:nvPr/>
          </p:nvSpPr>
          <p:spPr>
            <a:xfrm>
              <a:off x="11875134" y="6728405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"/>
            <p:cNvSpPr/>
            <p:nvPr/>
          </p:nvSpPr>
          <p:spPr>
            <a:xfrm>
              <a:off x="2234433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"/>
            <p:cNvSpPr/>
            <p:nvPr/>
          </p:nvSpPr>
          <p:spPr>
            <a:xfrm>
              <a:off x="1481253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"/>
            <p:cNvSpPr/>
            <p:nvPr/>
          </p:nvSpPr>
          <p:spPr>
            <a:xfrm>
              <a:off x="753179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"/>
            <p:cNvSpPr/>
            <p:nvPr/>
          </p:nvSpPr>
          <p:spPr>
            <a:xfrm>
              <a:off x="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"/>
            <p:cNvSpPr/>
            <p:nvPr/>
          </p:nvSpPr>
          <p:spPr>
            <a:xfrm>
              <a:off x="2962507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"/>
            <p:cNvSpPr/>
            <p:nvPr/>
          </p:nvSpPr>
          <p:spPr>
            <a:xfrm>
              <a:off x="3715686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"/>
            <p:cNvSpPr/>
            <p:nvPr/>
          </p:nvSpPr>
          <p:spPr>
            <a:xfrm>
              <a:off x="444376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"/>
            <p:cNvSpPr/>
            <p:nvPr/>
          </p:nvSpPr>
          <p:spPr>
            <a:xfrm>
              <a:off x="519694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"/>
            <p:cNvSpPr/>
            <p:nvPr/>
          </p:nvSpPr>
          <p:spPr>
            <a:xfrm>
              <a:off x="5925014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"/>
            <p:cNvSpPr/>
            <p:nvPr/>
          </p:nvSpPr>
          <p:spPr>
            <a:xfrm>
              <a:off x="6678193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"/>
            <p:cNvSpPr/>
            <p:nvPr/>
          </p:nvSpPr>
          <p:spPr>
            <a:xfrm>
              <a:off x="7406268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"/>
            <p:cNvSpPr/>
            <p:nvPr/>
          </p:nvSpPr>
          <p:spPr>
            <a:xfrm>
              <a:off x="8159447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"/>
            <p:cNvSpPr/>
            <p:nvPr/>
          </p:nvSpPr>
          <p:spPr>
            <a:xfrm>
              <a:off x="8912627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"/>
            <p:cNvSpPr/>
            <p:nvPr/>
          </p:nvSpPr>
          <p:spPr>
            <a:xfrm>
              <a:off x="9640701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4"/>
            <p:cNvSpPr/>
            <p:nvPr/>
          </p:nvSpPr>
          <p:spPr>
            <a:xfrm>
              <a:off x="10393881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"/>
            <p:cNvSpPr/>
            <p:nvPr/>
          </p:nvSpPr>
          <p:spPr>
            <a:xfrm>
              <a:off x="11121954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"/>
            <p:cNvSpPr/>
            <p:nvPr/>
          </p:nvSpPr>
          <p:spPr>
            <a:xfrm>
              <a:off x="11875134" y="7481585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4"/>
            <p:cNvSpPr/>
            <p:nvPr/>
          </p:nvSpPr>
          <p:spPr>
            <a:xfrm>
              <a:off x="2234433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"/>
            <p:cNvSpPr/>
            <p:nvPr/>
          </p:nvSpPr>
          <p:spPr>
            <a:xfrm>
              <a:off x="1481253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"/>
            <p:cNvSpPr/>
            <p:nvPr/>
          </p:nvSpPr>
          <p:spPr>
            <a:xfrm>
              <a:off x="753179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"/>
            <p:cNvSpPr/>
            <p:nvPr/>
          </p:nvSpPr>
          <p:spPr>
            <a:xfrm>
              <a:off x="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"/>
            <p:cNvSpPr/>
            <p:nvPr/>
          </p:nvSpPr>
          <p:spPr>
            <a:xfrm>
              <a:off x="2962507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"/>
            <p:cNvSpPr/>
            <p:nvPr/>
          </p:nvSpPr>
          <p:spPr>
            <a:xfrm>
              <a:off x="3715686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"/>
            <p:cNvSpPr/>
            <p:nvPr/>
          </p:nvSpPr>
          <p:spPr>
            <a:xfrm>
              <a:off x="444376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"/>
            <p:cNvSpPr/>
            <p:nvPr/>
          </p:nvSpPr>
          <p:spPr>
            <a:xfrm>
              <a:off x="519694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"/>
            <p:cNvSpPr/>
            <p:nvPr/>
          </p:nvSpPr>
          <p:spPr>
            <a:xfrm>
              <a:off x="5925014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"/>
            <p:cNvSpPr/>
            <p:nvPr/>
          </p:nvSpPr>
          <p:spPr>
            <a:xfrm>
              <a:off x="6678193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"/>
            <p:cNvSpPr/>
            <p:nvPr/>
          </p:nvSpPr>
          <p:spPr>
            <a:xfrm>
              <a:off x="7406268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"/>
            <p:cNvSpPr/>
            <p:nvPr/>
          </p:nvSpPr>
          <p:spPr>
            <a:xfrm>
              <a:off x="8159447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"/>
            <p:cNvSpPr/>
            <p:nvPr/>
          </p:nvSpPr>
          <p:spPr>
            <a:xfrm>
              <a:off x="8912627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"/>
            <p:cNvSpPr/>
            <p:nvPr/>
          </p:nvSpPr>
          <p:spPr>
            <a:xfrm>
              <a:off x="9640701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"/>
            <p:cNvSpPr/>
            <p:nvPr/>
          </p:nvSpPr>
          <p:spPr>
            <a:xfrm>
              <a:off x="10393881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"/>
            <p:cNvSpPr/>
            <p:nvPr/>
          </p:nvSpPr>
          <p:spPr>
            <a:xfrm>
              <a:off x="11121954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"/>
            <p:cNvSpPr/>
            <p:nvPr/>
          </p:nvSpPr>
          <p:spPr>
            <a:xfrm>
              <a:off x="11875134" y="8234765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"/>
            <p:cNvSpPr/>
            <p:nvPr/>
          </p:nvSpPr>
          <p:spPr>
            <a:xfrm>
              <a:off x="2234433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"/>
            <p:cNvSpPr/>
            <p:nvPr/>
          </p:nvSpPr>
          <p:spPr>
            <a:xfrm>
              <a:off x="1481253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"/>
            <p:cNvSpPr/>
            <p:nvPr/>
          </p:nvSpPr>
          <p:spPr>
            <a:xfrm>
              <a:off x="753179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"/>
            <p:cNvSpPr/>
            <p:nvPr/>
          </p:nvSpPr>
          <p:spPr>
            <a:xfrm>
              <a:off x="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"/>
            <p:cNvSpPr/>
            <p:nvPr/>
          </p:nvSpPr>
          <p:spPr>
            <a:xfrm>
              <a:off x="2962507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"/>
            <p:cNvSpPr/>
            <p:nvPr/>
          </p:nvSpPr>
          <p:spPr>
            <a:xfrm>
              <a:off x="3715686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"/>
            <p:cNvSpPr/>
            <p:nvPr/>
          </p:nvSpPr>
          <p:spPr>
            <a:xfrm>
              <a:off x="444376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"/>
            <p:cNvSpPr/>
            <p:nvPr/>
          </p:nvSpPr>
          <p:spPr>
            <a:xfrm>
              <a:off x="519694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"/>
            <p:cNvSpPr/>
            <p:nvPr/>
          </p:nvSpPr>
          <p:spPr>
            <a:xfrm>
              <a:off x="5925014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"/>
            <p:cNvSpPr/>
            <p:nvPr/>
          </p:nvSpPr>
          <p:spPr>
            <a:xfrm>
              <a:off x="6678193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"/>
            <p:cNvSpPr/>
            <p:nvPr/>
          </p:nvSpPr>
          <p:spPr>
            <a:xfrm>
              <a:off x="7406268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"/>
            <p:cNvSpPr/>
            <p:nvPr/>
          </p:nvSpPr>
          <p:spPr>
            <a:xfrm>
              <a:off x="8159447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"/>
            <p:cNvSpPr/>
            <p:nvPr/>
          </p:nvSpPr>
          <p:spPr>
            <a:xfrm>
              <a:off x="8912627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"/>
            <p:cNvSpPr/>
            <p:nvPr/>
          </p:nvSpPr>
          <p:spPr>
            <a:xfrm>
              <a:off x="9640701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"/>
            <p:cNvSpPr/>
            <p:nvPr/>
          </p:nvSpPr>
          <p:spPr>
            <a:xfrm>
              <a:off x="10393881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"/>
            <p:cNvSpPr/>
            <p:nvPr/>
          </p:nvSpPr>
          <p:spPr>
            <a:xfrm>
              <a:off x="11121954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"/>
            <p:cNvSpPr/>
            <p:nvPr/>
          </p:nvSpPr>
          <p:spPr>
            <a:xfrm>
              <a:off x="11875134" y="8962838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"/>
            <p:cNvSpPr/>
            <p:nvPr/>
          </p:nvSpPr>
          <p:spPr>
            <a:xfrm>
              <a:off x="2234433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"/>
            <p:cNvSpPr/>
            <p:nvPr/>
          </p:nvSpPr>
          <p:spPr>
            <a:xfrm>
              <a:off x="1481253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"/>
            <p:cNvSpPr/>
            <p:nvPr/>
          </p:nvSpPr>
          <p:spPr>
            <a:xfrm>
              <a:off x="753179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"/>
            <p:cNvSpPr/>
            <p:nvPr/>
          </p:nvSpPr>
          <p:spPr>
            <a:xfrm>
              <a:off x="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"/>
            <p:cNvSpPr/>
            <p:nvPr/>
          </p:nvSpPr>
          <p:spPr>
            <a:xfrm>
              <a:off x="2962507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"/>
            <p:cNvSpPr/>
            <p:nvPr/>
          </p:nvSpPr>
          <p:spPr>
            <a:xfrm>
              <a:off x="3715686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"/>
            <p:cNvSpPr/>
            <p:nvPr/>
          </p:nvSpPr>
          <p:spPr>
            <a:xfrm>
              <a:off x="444376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"/>
            <p:cNvSpPr/>
            <p:nvPr/>
          </p:nvSpPr>
          <p:spPr>
            <a:xfrm>
              <a:off x="519694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"/>
            <p:cNvSpPr/>
            <p:nvPr/>
          </p:nvSpPr>
          <p:spPr>
            <a:xfrm>
              <a:off x="5925014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"/>
            <p:cNvSpPr/>
            <p:nvPr/>
          </p:nvSpPr>
          <p:spPr>
            <a:xfrm>
              <a:off x="6678193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"/>
            <p:cNvSpPr/>
            <p:nvPr/>
          </p:nvSpPr>
          <p:spPr>
            <a:xfrm>
              <a:off x="7406268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"/>
            <p:cNvSpPr/>
            <p:nvPr/>
          </p:nvSpPr>
          <p:spPr>
            <a:xfrm>
              <a:off x="8159447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"/>
            <p:cNvSpPr/>
            <p:nvPr/>
          </p:nvSpPr>
          <p:spPr>
            <a:xfrm>
              <a:off x="8912627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"/>
            <p:cNvSpPr/>
            <p:nvPr/>
          </p:nvSpPr>
          <p:spPr>
            <a:xfrm>
              <a:off x="9640701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"/>
            <p:cNvSpPr/>
            <p:nvPr/>
          </p:nvSpPr>
          <p:spPr>
            <a:xfrm>
              <a:off x="10393881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"/>
            <p:cNvSpPr/>
            <p:nvPr/>
          </p:nvSpPr>
          <p:spPr>
            <a:xfrm>
              <a:off x="11121954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"/>
            <p:cNvSpPr/>
            <p:nvPr/>
          </p:nvSpPr>
          <p:spPr>
            <a:xfrm>
              <a:off x="11875134" y="974112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"/>
            <p:cNvSpPr/>
            <p:nvPr/>
          </p:nvSpPr>
          <p:spPr>
            <a:xfrm>
              <a:off x="2234433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"/>
            <p:cNvSpPr/>
            <p:nvPr/>
          </p:nvSpPr>
          <p:spPr>
            <a:xfrm>
              <a:off x="1481253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"/>
            <p:cNvSpPr/>
            <p:nvPr/>
          </p:nvSpPr>
          <p:spPr>
            <a:xfrm>
              <a:off x="753179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"/>
            <p:cNvSpPr/>
            <p:nvPr/>
          </p:nvSpPr>
          <p:spPr>
            <a:xfrm>
              <a:off x="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"/>
            <p:cNvSpPr/>
            <p:nvPr/>
          </p:nvSpPr>
          <p:spPr>
            <a:xfrm>
              <a:off x="2234433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"/>
            <p:cNvSpPr/>
            <p:nvPr/>
          </p:nvSpPr>
          <p:spPr>
            <a:xfrm>
              <a:off x="1481253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"/>
            <p:cNvSpPr/>
            <p:nvPr/>
          </p:nvSpPr>
          <p:spPr>
            <a:xfrm>
              <a:off x="753179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"/>
            <p:cNvSpPr/>
            <p:nvPr/>
          </p:nvSpPr>
          <p:spPr>
            <a:xfrm>
              <a:off x="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"/>
            <p:cNvSpPr/>
            <p:nvPr/>
          </p:nvSpPr>
          <p:spPr>
            <a:xfrm>
              <a:off x="2234433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"/>
            <p:cNvSpPr/>
            <p:nvPr/>
          </p:nvSpPr>
          <p:spPr>
            <a:xfrm>
              <a:off x="1481253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"/>
            <p:cNvSpPr/>
            <p:nvPr/>
          </p:nvSpPr>
          <p:spPr>
            <a:xfrm>
              <a:off x="753179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"/>
            <p:cNvSpPr/>
            <p:nvPr/>
          </p:nvSpPr>
          <p:spPr>
            <a:xfrm>
              <a:off x="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"/>
            <p:cNvSpPr/>
            <p:nvPr/>
          </p:nvSpPr>
          <p:spPr>
            <a:xfrm>
              <a:off x="2234433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"/>
            <p:cNvSpPr/>
            <p:nvPr/>
          </p:nvSpPr>
          <p:spPr>
            <a:xfrm>
              <a:off x="1481253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"/>
            <p:cNvSpPr/>
            <p:nvPr/>
          </p:nvSpPr>
          <p:spPr>
            <a:xfrm>
              <a:off x="753179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"/>
            <p:cNvSpPr/>
            <p:nvPr/>
          </p:nvSpPr>
          <p:spPr>
            <a:xfrm>
              <a:off x="-1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"/>
            <p:cNvSpPr/>
            <p:nvPr/>
          </p:nvSpPr>
          <p:spPr>
            <a:xfrm>
              <a:off x="2234433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"/>
            <p:cNvSpPr/>
            <p:nvPr/>
          </p:nvSpPr>
          <p:spPr>
            <a:xfrm>
              <a:off x="1481253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"/>
            <p:cNvSpPr/>
            <p:nvPr/>
          </p:nvSpPr>
          <p:spPr>
            <a:xfrm>
              <a:off x="753179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"/>
            <p:cNvSpPr/>
            <p:nvPr/>
          </p:nvSpPr>
          <p:spPr>
            <a:xfrm>
              <a:off x="-1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"/>
            <p:cNvSpPr/>
            <p:nvPr/>
          </p:nvSpPr>
          <p:spPr>
            <a:xfrm>
              <a:off x="2234433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"/>
            <p:cNvSpPr/>
            <p:nvPr/>
          </p:nvSpPr>
          <p:spPr>
            <a:xfrm>
              <a:off x="1481253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"/>
            <p:cNvSpPr/>
            <p:nvPr/>
          </p:nvSpPr>
          <p:spPr>
            <a:xfrm>
              <a:off x="753179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"/>
            <p:cNvSpPr/>
            <p:nvPr/>
          </p:nvSpPr>
          <p:spPr>
            <a:xfrm>
              <a:off x="-1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"/>
            <p:cNvSpPr/>
            <p:nvPr/>
          </p:nvSpPr>
          <p:spPr>
            <a:xfrm>
              <a:off x="2234433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"/>
            <p:cNvSpPr/>
            <p:nvPr/>
          </p:nvSpPr>
          <p:spPr>
            <a:xfrm>
              <a:off x="1481253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"/>
            <p:cNvSpPr/>
            <p:nvPr/>
          </p:nvSpPr>
          <p:spPr>
            <a:xfrm>
              <a:off x="753179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"/>
            <p:cNvSpPr/>
            <p:nvPr/>
          </p:nvSpPr>
          <p:spPr>
            <a:xfrm>
              <a:off x="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"/>
            <p:cNvSpPr/>
            <p:nvPr/>
          </p:nvSpPr>
          <p:spPr>
            <a:xfrm>
              <a:off x="2234433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"/>
            <p:cNvSpPr/>
            <p:nvPr/>
          </p:nvSpPr>
          <p:spPr>
            <a:xfrm>
              <a:off x="1481253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"/>
            <p:cNvSpPr/>
            <p:nvPr/>
          </p:nvSpPr>
          <p:spPr>
            <a:xfrm>
              <a:off x="753179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"/>
            <p:cNvSpPr/>
            <p:nvPr/>
          </p:nvSpPr>
          <p:spPr>
            <a:xfrm>
              <a:off x="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"/>
            <p:cNvSpPr/>
            <p:nvPr/>
          </p:nvSpPr>
          <p:spPr>
            <a:xfrm>
              <a:off x="2234433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"/>
            <p:cNvSpPr/>
            <p:nvPr/>
          </p:nvSpPr>
          <p:spPr>
            <a:xfrm>
              <a:off x="1481253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"/>
            <p:cNvSpPr/>
            <p:nvPr/>
          </p:nvSpPr>
          <p:spPr>
            <a:xfrm>
              <a:off x="753179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"/>
            <p:cNvSpPr/>
            <p:nvPr/>
          </p:nvSpPr>
          <p:spPr>
            <a:xfrm>
              <a:off x="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"/>
            <p:cNvSpPr/>
            <p:nvPr/>
          </p:nvSpPr>
          <p:spPr>
            <a:xfrm>
              <a:off x="2234433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"/>
            <p:cNvSpPr/>
            <p:nvPr/>
          </p:nvSpPr>
          <p:spPr>
            <a:xfrm>
              <a:off x="1481253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"/>
            <p:cNvSpPr/>
            <p:nvPr/>
          </p:nvSpPr>
          <p:spPr>
            <a:xfrm>
              <a:off x="753179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"/>
            <p:cNvSpPr/>
            <p:nvPr/>
          </p:nvSpPr>
          <p:spPr>
            <a:xfrm>
              <a:off x="-1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"/>
            <p:cNvSpPr/>
            <p:nvPr/>
          </p:nvSpPr>
          <p:spPr>
            <a:xfrm>
              <a:off x="2234433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"/>
            <p:cNvSpPr/>
            <p:nvPr/>
          </p:nvSpPr>
          <p:spPr>
            <a:xfrm>
              <a:off x="1481253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"/>
            <p:cNvSpPr/>
            <p:nvPr/>
          </p:nvSpPr>
          <p:spPr>
            <a:xfrm>
              <a:off x="753179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"/>
            <p:cNvSpPr/>
            <p:nvPr/>
          </p:nvSpPr>
          <p:spPr>
            <a:xfrm>
              <a:off x="-1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"/>
            <p:cNvSpPr/>
            <p:nvPr/>
          </p:nvSpPr>
          <p:spPr>
            <a:xfrm>
              <a:off x="2962507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"/>
            <p:cNvSpPr/>
            <p:nvPr/>
          </p:nvSpPr>
          <p:spPr>
            <a:xfrm>
              <a:off x="2962507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"/>
            <p:cNvSpPr/>
            <p:nvPr/>
          </p:nvSpPr>
          <p:spPr>
            <a:xfrm>
              <a:off x="2962507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"/>
            <p:cNvSpPr/>
            <p:nvPr/>
          </p:nvSpPr>
          <p:spPr>
            <a:xfrm>
              <a:off x="2962507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"/>
            <p:cNvSpPr/>
            <p:nvPr/>
          </p:nvSpPr>
          <p:spPr>
            <a:xfrm>
              <a:off x="2962507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"/>
            <p:cNvSpPr/>
            <p:nvPr/>
          </p:nvSpPr>
          <p:spPr>
            <a:xfrm>
              <a:off x="2962507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"/>
            <p:cNvSpPr/>
            <p:nvPr/>
          </p:nvSpPr>
          <p:spPr>
            <a:xfrm>
              <a:off x="2962507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"/>
            <p:cNvSpPr/>
            <p:nvPr/>
          </p:nvSpPr>
          <p:spPr>
            <a:xfrm>
              <a:off x="2962507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"/>
            <p:cNvSpPr/>
            <p:nvPr/>
          </p:nvSpPr>
          <p:spPr>
            <a:xfrm>
              <a:off x="2962507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"/>
            <p:cNvSpPr/>
            <p:nvPr/>
          </p:nvSpPr>
          <p:spPr>
            <a:xfrm>
              <a:off x="2962507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"/>
            <p:cNvSpPr/>
            <p:nvPr/>
          </p:nvSpPr>
          <p:spPr>
            <a:xfrm>
              <a:off x="2962507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"/>
            <p:cNvSpPr/>
            <p:nvPr/>
          </p:nvSpPr>
          <p:spPr>
            <a:xfrm>
              <a:off x="3715686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"/>
            <p:cNvSpPr/>
            <p:nvPr/>
          </p:nvSpPr>
          <p:spPr>
            <a:xfrm>
              <a:off x="3715686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"/>
            <p:cNvSpPr/>
            <p:nvPr/>
          </p:nvSpPr>
          <p:spPr>
            <a:xfrm>
              <a:off x="3715686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"/>
            <p:cNvSpPr/>
            <p:nvPr/>
          </p:nvSpPr>
          <p:spPr>
            <a:xfrm>
              <a:off x="3715686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"/>
            <p:cNvSpPr/>
            <p:nvPr/>
          </p:nvSpPr>
          <p:spPr>
            <a:xfrm>
              <a:off x="3715686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"/>
            <p:cNvSpPr/>
            <p:nvPr/>
          </p:nvSpPr>
          <p:spPr>
            <a:xfrm>
              <a:off x="3715686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"/>
            <p:cNvSpPr/>
            <p:nvPr/>
          </p:nvSpPr>
          <p:spPr>
            <a:xfrm>
              <a:off x="3715686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"/>
            <p:cNvSpPr/>
            <p:nvPr/>
          </p:nvSpPr>
          <p:spPr>
            <a:xfrm>
              <a:off x="3715686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"/>
            <p:cNvSpPr/>
            <p:nvPr/>
          </p:nvSpPr>
          <p:spPr>
            <a:xfrm>
              <a:off x="3715686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4"/>
            <p:cNvSpPr/>
            <p:nvPr/>
          </p:nvSpPr>
          <p:spPr>
            <a:xfrm>
              <a:off x="3715686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4"/>
            <p:cNvSpPr/>
            <p:nvPr/>
          </p:nvSpPr>
          <p:spPr>
            <a:xfrm>
              <a:off x="3715686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4"/>
            <p:cNvSpPr/>
            <p:nvPr/>
          </p:nvSpPr>
          <p:spPr>
            <a:xfrm>
              <a:off x="444376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4"/>
            <p:cNvSpPr/>
            <p:nvPr/>
          </p:nvSpPr>
          <p:spPr>
            <a:xfrm>
              <a:off x="444376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4"/>
            <p:cNvSpPr/>
            <p:nvPr/>
          </p:nvSpPr>
          <p:spPr>
            <a:xfrm>
              <a:off x="444376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4"/>
            <p:cNvSpPr/>
            <p:nvPr/>
          </p:nvSpPr>
          <p:spPr>
            <a:xfrm>
              <a:off x="4443760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4"/>
            <p:cNvSpPr/>
            <p:nvPr/>
          </p:nvSpPr>
          <p:spPr>
            <a:xfrm>
              <a:off x="4443760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4"/>
            <p:cNvSpPr/>
            <p:nvPr/>
          </p:nvSpPr>
          <p:spPr>
            <a:xfrm>
              <a:off x="4443760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"/>
            <p:cNvSpPr/>
            <p:nvPr/>
          </p:nvSpPr>
          <p:spPr>
            <a:xfrm>
              <a:off x="444376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"/>
            <p:cNvSpPr/>
            <p:nvPr/>
          </p:nvSpPr>
          <p:spPr>
            <a:xfrm>
              <a:off x="444376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"/>
            <p:cNvSpPr/>
            <p:nvPr/>
          </p:nvSpPr>
          <p:spPr>
            <a:xfrm>
              <a:off x="444376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"/>
            <p:cNvSpPr/>
            <p:nvPr/>
          </p:nvSpPr>
          <p:spPr>
            <a:xfrm>
              <a:off x="4443760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"/>
            <p:cNvSpPr/>
            <p:nvPr/>
          </p:nvSpPr>
          <p:spPr>
            <a:xfrm>
              <a:off x="4443760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"/>
            <p:cNvSpPr/>
            <p:nvPr/>
          </p:nvSpPr>
          <p:spPr>
            <a:xfrm>
              <a:off x="519694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"/>
            <p:cNvSpPr/>
            <p:nvPr/>
          </p:nvSpPr>
          <p:spPr>
            <a:xfrm>
              <a:off x="519694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"/>
            <p:cNvSpPr/>
            <p:nvPr/>
          </p:nvSpPr>
          <p:spPr>
            <a:xfrm>
              <a:off x="519694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"/>
            <p:cNvSpPr/>
            <p:nvPr/>
          </p:nvSpPr>
          <p:spPr>
            <a:xfrm>
              <a:off x="5196940" y="1277895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"/>
            <p:cNvSpPr/>
            <p:nvPr/>
          </p:nvSpPr>
          <p:spPr>
            <a:xfrm>
              <a:off x="5196940" y="1353212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"/>
            <p:cNvSpPr/>
            <p:nvPr/>
          </p:nvSpPr>
          <p:spPr>
            <a:xfrm>
              <a:off x="5196940" y="1428530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"/>
            <p:cNvSpPr/>
            <p:nvPr/>
          </p:nvSpPr>
          <p:spPr>
            <a:xfrm>
              <a:off x="519694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"/>
            <p:cNvSpPr/>
            <p:nvPr/>
          </p:nvSpPr>
          <p:spPr>
            <a:xfrm>
              <a:off x="519694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4"/>
            <p:cNvSpPr/>
            <p:nvPr/>
          </p:nvSpPr>
          <p:spPr>
            <a:xfrm>
              <a:off x="519694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"/>
            <p:cNvSpPr/>
            <p:nvPr/>
          </p:nvSpPr>
          <p:spPr>
            <a:xfrm>
              <a:off x="5196940" y="1732313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"/>
            <p:cNvSpPr/>
            <p:nvPr/>
          </p:nvSpPr>
          <p:spPr>
            <a:xfrm>
              <a:off x="5196940" y="18076313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"/>
            <p:cNvSpPr/>
            <p:nvPr/>
          </p:nvSpPr>
          <p:spPr>
            <a:xfrm>
              <a:off x="5925014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"/>
            <p:cNvSpPr/>
            <p:nvPr/>
          </p:nvSpPr>
          <p:spPr>
            <a:xfrm>
              <a:off x="5925014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"/>
            <p:cNvSpPr/>
            <p:nvPr/>
          </p:nvSpPr>
          <p:spPr>
            <a:xfrm>
              <a:off x="5925014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"/>
            <p:cNvSpPr/>
            <p:nvPr/>
          </p:nvSpPr>
          <p:spPr>
            <a:xfrm>
              <a:off x="5925014" y="1277895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"/>
            <p:cNvSpPr/>
            <p:nvPr/>
          </p:nvSpPr>
          <p:spPr>
            <a:xfrm>
              <a:off x="5925014" y="1353212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"/>
            <p:cNvSpPr/>
            <p:nvPr/>
          </p:nvSpPr>
          <p:spPr>
            <a:xfrm>
              <a:off x="5925014" y="1428530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"/>
            <p:cNvSpPr/>
            <p:nvPr/>
          </p:nvSpPr>
          <p:spPr>
            <a:xfrm>
              <a:off x="5925014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"/>
            <p:cNvSpPr/>
            <p:nvPr/>
          </p:nvSpPr>
          <p:spPr>
            <a:xfrm>
              <a:off x="5925014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"/>
            <p:cNvSpPr/>
            <p:nvPr/>
          </p:nvSpPr>
          <p:spPr>
            <a:xfrm>
              <a:off x="5925014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"/>
            <p:cNvSpPr/>
            <p:nvPr/>
          </p:nvSpPr>
          <p:spPr>
            <a:xfrm>
              <a:off x="5925014" y="1732313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"/>
            <p:cNvSpPr/>
            <p:nvPr/>
          </p:nvSpPr>
          <p:spPr>
            <a:xfrm>
              <a:off x="5925014" y="18076313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"/>
            <p:cNvSpPr/>
            <p:nvPr/>
          </p:nvSpPr>
          <p:spPr>
            <a:xfrm>
              <a:off x="6678193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"/>
            <p:cNvSpPr/>
            <p:nvPr/>
          </p:nvSpPr>
          <p:spPr>
            <a:xfrm>
              <a:off x="6678193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"/>
            <p:cNvSpPr/>
            <p:nvPr/>
          </p:nvSpPr>
          <p:spPr>
            <a:xfrm>
              <a:off x="6678193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"/>
            <p:cNvSpPr/>
            <p:nvPr/>
          </p:nvSpPr>
          <p:spPr>
            <a:xfrm>
              <a:off x="6678193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"/>
            <p:cNvSpPr/>
            <p:nvPr/>
          </p:nvSpPr>
          <p:spPr>
            <a:xfrm>
              <a:off x="6678193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"/>
            <p:cNvSpPr/>
            <p:nvPr/>
          </p:nvSpPr>
          <p:spPr>
            <a:xfrm>
              <a:off x="6678193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"/>
            <p:cNvSpPr/>
            <p:nvPr/>
          </p:nvSpPr>
          <p:spPr>
            <a:xfrm>
              <a:off x="6678193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"/>
            <p:cNvSpPr/>
            <p:nvPr/>
          </p:nvSpPr>
          <p:spPr>
            <a:xfrm>
              <a:off x="6678193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"/>
            <p:cNvSpPr/>
            <p:nvPr/>
          </p:nvSpPr>
          <p:spPr>
            <a:xfrm>
              <a:off x="6678193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"/>
            <p:cNvSpPr/>
            <p:nvPr/>
          </p:nvSpPr>
          <p:spPr>
            <a:xfrm>
              <a:off x="6678193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"/>
            <p:cNvSpPr/>
            <p:nvPr/>
          </p:nvSpPr>
          <p:spPr>
            <a:xfrm>
              <a:off x="6678193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"/>
            <p:cNvSpPr/>
            <p:nvPr/>
          </p:nvSpPr>
          <p:spPr>
            <a:xfrm>
              <a:off x="7406268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"/>
            <p:cNvSpPr/>
            <p:nvPr/>
          </p:nvSpPr>
          <p:spPr>
            <a:xfrm>
              <a:off x="7406268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"/>
            <p:cNvSpPr/>
            <p:nvPr/>
          </p:nvSpPr>
          <p:spPr>
            <a:xfrm>
              <a:off x="7406268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"/>
            <p:cNvSpPr/>
            <p:nvPr/>
          </p:nvSpPr>
          <p:spPr>
            <a:xfrm>
              <a:off x="7406268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"/>
            <p:cNvSpPr/>
            <p:nvPr/>
          </p:nvSpPr>
          <p:spPr>
            <a:xfrm>
              <a:off x="7406268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"/>
            <p:cNvSpPr/>
            <p:nvPr/>
          </p:nvSpPr>
          <p:spPr>
            <a:xfrm>
              <a:off x="7406268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"/>
            <p:cNvSpPr/>
            <p:nvPr/>
          </p:nvSpPr>
          <p:spPr>
            <a:xfrm>
              <a:off x="7406268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"/>
            <p:cNvSpPr/>
            <p:nvPr/>
          </p:nvSpPr>
          <p:spPr>
            <a:xfrm>
              <a:off x="7406268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"/>
            <p:cNvSpPr/>
            <p:nvPr/>
          </p:nvSpPr>
          <p:spPr>
            <a:xfrm>
              <a:off x="7406268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"/>
            <p:cNvSpPr/>
            <p:nvPr/>
          </p:nvSpPr>
          <p:spPr>
            <a:xfrm>
              <a:off x="7406268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"/>
            <p:cNvSpPr/>
            <p:nvPr/>
          </p:nvSpPr>
          <p:spPr>
            <a:xfrm>
              <a:off x="7406268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"/>
            <p:cNvSpPr/>
            <p:nvPr/>
          </p:nvSpPr>
          <p:spPr>
            <a:xfrm>
              <a:off x="8159447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"/>
            <p:cNvSpPr/>
            <p:nvPr/>
          </p:nvSpPr>
          <p:spPr>
            <a:xfrm>
              <a:off x="8159447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"/>
            <p:cNvSpPr/>
            <p:nvPr/>
          </p:nvSpPr>
          <p:spPr>
            <a:xfrm>
              <a:off x="8159447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"/>
            <p:cNvSpPr/>
            <p:nvPr/>
          </p:nvSpPr>
          <p:spPr>
            <a:xfrm>
              <a:off x="8159447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"/>
            <p:cNvSpPr/>
            <p:nvPr/>
          </p:nvSpPr>
          <p:spPr>
            <a:xfrm>
              <a:off x="8159447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"/>
            <p:cNvSpPr/>
            <p:nvPr/>
          </p:nvSpPr>
          <p:spPr>
            <a:xfrm>
              <a:off x="8159447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"/>
            <p:cNvSpPr/>
            <p:nvPr/>
          </p:nvSpPr>
          <p:spPr>
            <a:xfrm>
              <a:off x="8159447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"/>
            <p:cNvSpPr/>
            <p:nvPr/>
          </p:nvSpPr>
          <p:spPr>
            <a:xfrm>
              <a:off x="8159447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"/>
            <p:cNvSpPr/>
            <p:nvPr/>
          </p:nvSpPr>
          <p:spPr>
            <a:xfrm>
              <a:off x="8159447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"/>
            <p:cNvSpPr/>
            <p:nvPr/>
          </p:nvSpPr>
          <p:spPr>
            <a:xfrm>
              <a:off x="8159447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"/>
            <p:cNvSpPr/>
            <p:nvPr/>
          </p:nvSpPr>
          <p:spPr>
            <a:xfrm>
              <a:off x="8159447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"/>
            <p:cNvSpPr/>
            <p:nvPr/>
          </p:nvSpPr>
          <p:spPr>
            <a:xfrm>
              <a:off x="8912627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"/>
            <p:cNvSpPr/>
            <p:nvPr/>
          </p:nvSpPr>
          <p:spPr>
            <a:xfrm>
              <a:off x="8912627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"/>
            <p:cNvSpPr/>
            <p:nvPr/>
          </p:nvSpPr>
          <p:spPr>
            <a:xfrm>
              <a:off x="8912627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"/>
            <p:cNvSpPr/>
            <p:nvPr/>
          </p:nvSpPr>
          <p:spPr>
            <a:xfrm>
              <a:off x="8912627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"/>
            <p:cNvSpPr/>
            <p:nvPr/>
          </p:nvSpPr>
          <p:spPr>
            <a:xfrm>
              <a:off x="8912627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"/>
            <p:cNvSpPr/>
            <p:nvPr/>
          </p:nvSpPr>
          <p:spPr>
            <a:xfrm>
              <a:off x="8912627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"/>
            <p:cNvSpPr/>
            <p:nvPr/>
          </p:nvSpPr>
          <p:spPr>
            <a:xfrm>
              <a:off x="8912627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"/>
            <p:cNvSpPr/>
            <p:nvPr/>
          </p:nvSpPr>
          <p:spPr>
            <a:xfrm>
              <a:off x="8912627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"/>
            <p:cNvSpPr/>
            <p:nvPr/>
          </p:nvSpPr>
          <p:spPr>
            <a:xfrm>
              <a:off x="8912627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"/>
            <p:cNvSpPr/>
            <p:nvPr/>
          </p:nvSpPr>
          <p:spPr>
            <a:xfrm>
              <a:off x="8912627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"/>
            <p:cNvSpPr/>
            <p:nvPr/>
          </p:nvSpPr>
          <p:spPr>
            <a:xfrm>
              <a:off x="8912627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"/>
            <p:cNvSpPr/>
            <p:nvPr/>
          </p:nvSpPr>
          <p:spPr>
            <a:xfrm>
              <a:off x="9640701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"/>
            <p:cNvSpPr/>
            <p:nvPr/>
          </p:nvSpPr>
          <p:spPr>
            <a:xfrm>
              <a:off x="9640701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"/>
            <p:cNvSpPr/>
            <p:nvPr/>
          </p:nvSpPr>
          <p:spPr>
            <a:xfrm>
              <a:off x="9640701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"/>
            <p:cNvSpPr/>
            <p:nvPr/>
          </p:nvSpPr>
          <p:spPr>
            <a:xfrm>
              <a:off x="9640701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"/>
            <p:cNvSpPr/>
            <p:nvPr/>
          </p:nvSpPr>
          <p:spPr>
            <a:xfrm>
              <a:off x="9640701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"/>
            <p:cNvSpPr/>
            <p:nvPr/>
          </p:nvSpPr>
          <p:spPr>
            <a:xfrm>
              <a:off x="9640701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"/>
            <p:cNvSpPr/>
            <p:nvPr/>
          </p:nvSpPr>
          <p:spPr>
            <a:xfrm>
              <a:off x="9640701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"/>
            <p:cNvSpPr/>
            <p:nvPr/>
          </p:nvSpPr>
          <p:spPr>
            <a:xfrm>
              <a:off x="9640701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"/>
            <p:cNvSpPr/>
            <p:nvPr/>
          </p:nvSpPr>
          <p:spPr>
            <a:xfrm>
              <a:off x="9640701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"/>
            <p:cNvSpPr/>
            <p:nvPr/>
          </p:nvSpPr>
          <p:spPr>
            <a:xfrm>
              <a:off x="9640701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"/>
            <p:cNvSpPr/>
            <p:nvPr/>
          </p:nvSpPr>
          <p:spPr>
            <a:xfrm>
              <a:off x="9640701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"/>
            <p:cNvSpPr/>
            <p:nvPr/>
          </p:nvSpPr>
          <p:spPr>
            <a:xfrm>
              <a:off x="10393881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"/>
            <p:cNvSpPr/>
            <p:nvPr/>
          </p:nvSpPr>
          <p:spPr>
            <a:xfrm>
              <a:off x="10393881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"/>
            <p:cNvSpPr/>
            <p:nvPr/>
          </p:nvSpPr>
          <p:spPr>
            <a:xfrm>
              <a:off x="10393881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"/>
            <p:cNvSpPr/>
            <p:nvPr/>
          </p:nvSpPr>
          <p:spPr>
            <a:xfrm>
              <a:off x="10393881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"/>
            <p:cNvSpPr/>
            <p:nvPr/>
          </p:nvSpPr>
          <p:spPr>
            <a:xfrm>
              <a:off x="10393881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"/>
            <p:cNvSpPr/>
            <p:nvPr/>
          </p:nvSpPr>
          <p:spPr>
            <a:xfrm>
              <a:off x="10393881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"/>
            <p:cNvSpPr/>
            <p:nvPr/>
          </p:nvSpPr>
          <p:spPr>
            <a:xfrm>
              <a:off x="10393881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"/>
            <p:cNvSpPr/>
            <p:nvPr/>
          </p:nvSpPr>
          <p:spPr>
            <a:xfrm>
              <a:off x="10393881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"/>
            <p:cNvSpPr/>
            <p:nvPr/>
          </p:nvSpPr>
          <p:spPr>
            <a:xfrm>
              <a:off x="10393881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"/>
            <p:cNvSpPr/>
            <p:nvPr/>
          </p:nvSpPr>
          <p:spPr>
            <a:xfrm>
              <a:off x="10393881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"/>
            <p:cNvSpPr/>
            <p:nvPr/>
          </p:nvSpPr>
          <p:spPr>
            <a:xfrm>
              <a:off x="10393881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"/>
            <p:cNvSpPr/>
            <p:nvPr/>
          </p:nvSpPr>
          <p:spPr>
            <a:xfrm>
              <a:off x="11121954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"/>
            <p:cNvSpPr/>
            <p:nvPr/>
          </p:nvSpPr>
          <p:spPr>
            <a:xfrm>
              <a:off x="11121954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"/>
            <p:cNvSpPr/>
            <p:nvPr/>
          </p:nvSpPr>
          <p:spPr>
            <a:xfrm>
              <a:off x="11121954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"/>
            <p:cNvSpPr/>
            <p:nvPr/>
          </p:nvSpPr>
          <p:spPr>
            <a:xfrm>
              <a:off x="11121954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"/>
            <p:cNvSpPr/>
            <p:nvPr/>
          </p:nvSpPr>
          <p:spPr>
            <a:xfrm>
              <a:off x="11121954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4"/>
            <p:cNvSpPr/>
            <p:nvPr/>
          </p:nvSpPr>
          <p:spPr>
            <a:xfrm>
              <a:off x="11121954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"/>
            <p:cNvSpPr/>
            <p:nvPr/>
          </p:nvSpPr>
          <p:spPr>
            <a:xfrm>
              <a:off x="11121954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"/>
            <p:cNvSpPr/>
            <p:nvPr/>
          </p:nvSpPr>
          <p:spPr>
            <a:xfrm>
              <a:off x="11121954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"/>
            <p:cNvSpPr/>
            <p:nvPr/>
          </p:nvSpPr>
          <p:spPr>
            <a:xfrm>
              <a:off x="11121954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"/>
            <p:cNvSpPr/>
            <p:nvPr/>
          </p:nvSpPr>
          <p:spPr>
            <a:xfrm>
              <a:off x="11121954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"/>
            <p:cNvSpPr/>
            <p:nvPr/>
          </p:nvSpPr>
          <p:spPr>
            <a:xfrm>
              <a:off x="11121954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"/>
            <p:cNvSpPr/>
            <p:nvPr/>
          </p:nvSpPr>
          <p:spPr>
            <a:xfrm>
              <a:off x="11875134" y="10494304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"/>
            <p:cNvSpPr/>
            <p:nvPr/>
          </p:nvSpPr>
          <p:spPr>
            <a:xfrm>
              <a:off x="11875134" y="1124748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"/>
            <p:cNvSpPr/>
            <p:nvPr/>
          </p:nvSpPr>
          <p:spPr>
            <a:xfrm>
              <a:off x="11875134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"/>
            <p:cNvSpPr/>
            <p:nvPr/>
          </p:nvSpPr>
          <p:spPr>
            <a:xfrm>
              <a:off x="11875134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"/>
            <p:cNvSpPr/>
            <p:nvPr/>
          </p:nvSpPr>
          <p:spPr>
            <a:xfrm>
              <a:off x="11875134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"/>
            <p:cNvSpPr/>
            <p:nvPr/>
          </p:nvSpPr>
          <p:spPr>
            <a:xfrm>
              <a:off x="11875134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"/>
            <p:cNvSpPr/>
            <p:nvPr/>
          </p:nvSpPr>
          <p:spPr>
            <a:xfrm>
              <a:off x="11875134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"/>
            <p:cNvSpPr/>
            <p:nvPr/>
          </p:nvSpPr>
          <p:spPr>
            <a:xfrm>
              <a:off x="11875134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"/>
            <p:cNvSpPr/>
            <p:nvPr/>
          </p:nvSpPr>
          <p:spPr>
            <a:xfrm>
              <a:off x="11875134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"/>
            <p:cNvSpPr/>
            <p:nvPr/>
          </p:nvSpPr>
          <p:spPr>
            <a:xfrm>
              <a:off x="11875134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"/>
            <p:cNvSpPr/>
            <p:nvPr/>
          </p:nvSpPr>
          <p:spPr>
            <a:xfrm>
              <a:off x="11875134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"/>
            <p:cNvSpPr/>
            <p:nvPr/>
          </p:nvSpPr>
          <p:spPr>
            <a:xfrm>
              <a:off x="2234433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"/>
            <p:cNvSpPr/>
            <p:nvPr/>
          </p:nvSpPr>
          <p:spPr>
            <a:xfrm>
              <a:off x="1481253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"/>
            <p:cNvSpPr/>
            <p:nvPr/>
          </p:nvSpPr>
          <p:spPr>
            <a:xfrm>
              <a:off x="753179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"/>
            <p:cNvSpPr/>
            <p:nvPr/>
          </p:nvSpPr>
          <p:spPr>
            <a:xfrm>
              <a:off x="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"/>
            <p:cNvSpPr/>
            <p:nvPr/>
          </p:nvSpPr>
          <p:spPr>
            <a:xfrm>
              <a:off x="2962507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"/>
            <p:cNvSpPr/>
            <p:nvPr/>
          </p:nvSpPr>
          <p:spPr>
            <a:xfrm>
              <a:off x="3715686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"/>
            <p:cNvSpPr/>
            <p:nvPr/>
          </p:nvSpPr>
          <p:spPr>
            <a:xfrm>
              <a:off x="444376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"/>
            <p:cNvSpPr/>
            <p:nvPr/>
          </p:nvSpPr>
          <p:spPr>
            <a:xfrm>
              <a:off x="519694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"/>
            <p:cNvSpPr/>
            <p:nvPr/>
          </p:nvSpPr>
          <p:spPr>
            <a:xfrm>
              <a:off x="5925014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"/>
            <p:cNvSpPr/>
            <p:nvPr/>
          </p:nvSpPr>
          <p:spPr>
            <a:xfrm>
              <a:off x="6678193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"/>
            <p:cNvSpPr/>
            <p:nvPr/>
          </p:nvSpPr>
          <p:spPr>
            <a:xfrm>
              <a:off x="7406268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"/>
            <p:cNvSpPr/>
            <p:nvPr/>
          </p:nvSpPr>
          <p:spPr>
            <a:xfrm>
              <a:off x="8159447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"/>
            <p:cNvSpPr/>
            <p:nvPr/>
          </p:nvSpPr>
          <p:spPr>
            <a:xfrm>
              <a:off x="8912627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"/>
            <p:cNvSpPr/>
            <p:nvPr/>
          </p:nvSpPr>
          <p:spPr>
            <a:xfrm>
              <a:off x="9640701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"/>
            <p:cNvSpPr/>
            <p:nvPr/>
          </p:nvSpPr>
          <p:spPr>
            <a:xfrm>
              <a:off x="10393881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"/>
            <p:cNvSpPr/>
            <p:nvPr/>
          </p:nvSpPr>
          <p:spPr>
            <a:xfrm>
              <a:off x="11121954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"/>
            <p:cNvSpPr/>
            <p:nvPr/>
          </p:nvSpPr>
          <p:spPr>
            <a:xfrm>
              <a:off x="11875134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5" name="Google Shape;1015;p4"/>
          <p:cNvSpPr/>
          <p:nvPr/>
        </p:nvSpPr>
        <p:spPr>
          <a:xfrm>
            <a:off x="2187706" y="2061633"/>
            <a:ext cx="17006757" cy="9592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6" name="Google Shape;10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6811" y="1508713"/>
            <a:ext cx="3633118" cy="161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4"/>
          <p:cNvSpPr txBox="1"/>
          <p:nvPr/>
        </p:nvSpPr>
        <p:spPr>
          <a:xfrm>
            <a:off x="2821101" y="6858000"/>
            <a:ext cx="16012022" cy="260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20800"/>
              <a:buFont typeface="Arial"/>
              <a:buNone/>
            </a:pPr>
            <a:r>
              <a:rPr sz="4000" b="1"/>
              <a:t>NanoOrch — AI Agent Orchestration Platform</a:t>
            </a:r>
            <a:endParaRPr sz="600"/>
          </a:p>
        </p:txBody>
      </p:sp>
      <p:sp>
        <p:nvSpPr>
          <p:cNvPr id="2" name="Google Shape;1114;p16">
            <a:extLst>
              <a:ext uri="{FF2B5EF4-FFF2-40B4-BE49-F238E27FC236}">
                <a16:creationId xmlns:a16="http://schemas.microsoft.com/office/drawing/2014/main" id="{5EE13EBF-44FB-1CF5-30CC-92054FE93C40}"/>
              </a:ext>
            </a:extLst>
          </p:cNvPr>
          <p:cNvSpPr txBox="1"/>
          <p:nvPr/>
        </p:nvSpPr>
        <p:spPr>
          <a:xfrm>
            <a:off x="18833123" y="12864400"/>
            <a:ext cx="49005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86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6686A"/>
                </a:solidFill>
                <a:latin typeface="Arial"/>
                <a:ea typeface="Arial"/>
                <a:cs typeface="Arial"/>
                <a:sym typeface="Arial"/>
              </a:rPr>
              <a:t>© 2025 Cambridge Technology. All rights reserved.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"/>
          <p:cNvSpPr/>
          <p:nvPr/>
        </p:nvSpPr>
        <p:spPr>
          <a:xfrm>
            <a:off x="635000" y="779253"/>
            <a:ext cx="23765934" cy="120036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"/>
          <p:cNvSpPr txBox="1"/>
          <p:nvPr/>
        </p:nvSpPr>
        <p:spPr>
          <a:xfrm>
            <a:off x="1688397" y="1590913"/>
            <a:ext cx="12072600" cy="102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0" marR="0" lvl="0" indent="0" algn="l" rtl="0">
              <a:lnSpc>
                <a:spcPct val="10606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6600"/>
              <a:buFont typeface="Arial"/>
              <a:buNone/>
            </a:pPr>
            <a:r>
              <a:rPr sz="2800" b="1"/>
              <a:t>System Architecture — Overview</a:t>
            </a:r>
            <a:endParaRPr sz="1100"/>
          </a:p>
        </p:txBody>
      </p:sp>
      <p:sp>
        <p:nvSpPr>
          <p:cNvPr id="1025" name="Google Shape;1025;p5"/>
          <p:cNvSpPr txBox="1"/>
          <p:nvPr/>
        </p:nvSpPr>
        <p:spPr>
          <a:xfrm>
            <a:off x="1688397" y="2752145"/>
            <a:ext cx="17426077" cy="629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4699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4400"/>
              <a:buFont typeface="Arial" panose="020B0604020202020204" pitchFamily="34" charset="0"/>
              <a:buChar char="•"/>
            </a:pPr>
            <a:r>
              <a:rPr sz="1600"/>
              <a:t>NanoOrch — System Architecture</a:t>
            </a:r>
            <a:endParaRPr sz="3200">
              <a:solidFill>
                <a:srgbClr val="464646"/>
              </a:solidFill>
            </a:endParaRPr>
          </a:p>
          <a:p/>
          <a:p>
            <a:r>
              <a:rPr sz="1600"/>
              <a:t>ACCESS &amp; IDENTITY</a:t>
            </a:r>
          </a:p>
          <a:p>
            <a:r>
              <a:rPr sz="1600"/>
              <a:t>  • React + Vite SPA  →  SSO (OIDC + SAML)  →  3-Tier RBAC (Super Admin · Workspace Admin · Member)</a:t>
            </a:r>
          </a:p>
          <a:p>
            <a:r>
              <a:rPr sz="1600"/>
              <a:t>  • API Gateway: Session Auth · CSRF · Rate Limits</a:t>
            </a:r>
          </a:p>
          <a:p/>
          <a:p>
            <a:r>
              <a:rPr sz="1600"/>
              <a:t>ORCHESTRATION ENGINE</a:t>
            </a:r>
          </a:p>
          <a:p>
            <a:r>
              <a:rPr sz="1600"/>
              <a:t>  • Task Executor: Parallel · Retry · Failover</a:t>
            </a:r>
          </a:p>
          <a:p>
            <a:r>
              <a:rPr sz="1600"/>
              <a:t>  • Pipeline / DAG: Multi-step chaining</a:t>
            </a:r>
          </a:p>
          <a:p>
            <a:r>
              <a:rPr sz="1600"/>
              <a:t>  • Cron Scheduler: Timezone-aware jobs</a:t>
            </a:r>
          </a:p>
          <a:p>
            <a:r>
              <a:rPr sz="1600"/>
              <a:t>  • Event Triggers: GitHub · GitLab · Jira webhooks</a:t>
            </a:r>
          </a:p>
          <a:p>
            <a:r>
              <a:rPr sz="1600"/>
              <a:t>  • Heartbeat Monitor: Per-agent health checks</a:t>
            </a:r>
          </a:p>
          <a:p>
            <a:r>
              <a:rPr sz="1600"/>
              <a:t>  • Approval Gates: Human-in-the-loop</a:t>
            </a:r>
          </a:p>
          <a:p/>
          <a:p>
            <a:r>
              <a:rPr sz="1600"/>
              <a:t>MULTI-TENANT WORKSPACES</a:t>
            </a:r>
          </a:p>
          <a:p>
            <a:r>
              <a:rPr sz="1600"/>
              <a:t>  • Orchestrators: Provider · Model · Concurrency limits</a:t>
            </a:r>
          </a:p>
          <a:p>
            <a:r>
              <a:rPr sz="1600"/>
              <a:t>  • Agents: Instructions · Tools · Memory</a:t>
            </a:r>
          </a:p>
          <a:p>
            <a:r>
              <a:rPr sz="1600"/>
              <a:t>  • Workspace Members: Isolated per tenant</a:t>
            </a:r>
          </a:p>
          <a:p>
            <a:r>
              <a:rPr sz="1600"/>
              <a:t>  • Resource Limits · Observability (token usage, alerts)</a:t>
            </a:r>
          </a:p>
          <a:p>
            <a:r>
              <a:rPr sz="1600"/>
              <a:t>  • Channel Delivery: Task · Heartbeat · Pipeline · Job</a:t>
            </a:r>
          </a:p>
        </p:txBody>
      </p:sp>
      <p:sp>
        <p:nvSpPr>
          <p:cNvPr id="2" name="Google Shape;1114;p16">
            <a:extLst>
              <a:ext uri="{FF2B5EF4-FFF2-40B4-BE49-F238E27FC236}">
                <a16:creationId xmlns:a16="http://schemas.microsoft.com/office/drawing/2014/main" id="{42BCD8FF-FC38-42BE-23EA-73F39036FA5D}"/>
              </a:ext>
            </a:extLst>
          </p:cNvPr>
          <p:cNvSpPr txBox="1"/>
          <p:nvPr/>
        </p:nvSpPr>
        <p:spPr>
          <a:xfrm>
            <a:off x="18833123" y="12864400"/>
            <a:ext cx="49005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86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6686A"/>
                </a:solidFill>
                <a:latin typeface="Arial"/>
                <a:ea typeface="Arial"/>
                <a:cs typeface="Arial"/>
                <a:sym typeface="Arial"/>
              </a:rPr>
              <a:t>© 2025 Cambridge Technology. All rights reserved.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"/>
          <p:cNvSpPr/>
          <p:nvPr/>
        </p:nvSpPr>
        <p:spPr>
          <a:xfrm>
            <a:off x="635000" y="861551"/>
            <a:ext cx="23766000" cy="1200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lang="en-US"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"/>
          <p:cNvSpPr txBox="1"/>
          <p:nvPr/>
        </p:nvSpPr>
        <p:spPr>
          <a:xfrm>
            <a:off x="1601265" y="2772413"/>
            <a:ext cx="12114736" cy="9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600"/>
              <a:t>TWO-WAY MESSAGING</a:t>
            </a:r>
          </a:p>
          <a:p>
            <a:r>
              <a:rPr sz="1600"/>
              <a:t>  • Slack: Inbound + Outbound</a:t>
            </a:r>
          </a:p>
          <a:p>
            <a:r>
              <a:rPr sz="1600"/>
              <a:t>  • Microsoft Teams: Inbound + Outbound</a:t>
            </a:r>
          </a:p>
          <a:p>
            <a:r>
              <a:rPr sz="1600"/>
              <a:t>  • Google Chat: Inbound + Outbound</a:t>
            </a:r>
          </a:p>
          <a:p/>
          <a:p>
            <a:r>
              <a:rPr sz="1600"/>
              <a:t>CLOUD INTEGRATIONS</a:t>
            </a:r>
          </a:p>
          <a:p>
            <a:r>
              <a:rPr sz="1600"/>
              <a:t>  • AWS · GCP · Azure</a:t>
            </a:r>
          </a:p>
          <a:p>
            <a:r>
              <a:rPr sz="1600"/>
              <a:t>  • GitHub · GitLab · Jira</a:t>
            </a:r>
          </a:p>
          <a:p/>
          <a:p>
            <a:r>
              <a:rPr sz="1600"/>
              <a:t>AI PROVIDERS</a:t>
            </a:r>
          </a:p>
          <a:p>
            <a:r>
              <a:rPr sz="1600"/>
              <a:t>  • OpenAI: GPT-4o · GPT-4o mini</a:t>
            </a:r>
          </a:p>
          <a:p>
            <a:r>
              <a:rPr sz="1600"/>
              <a:t>  • Anthropic: Claude 3.5 Sonnet+</a:t>
            </a:r>
          </a:p>
          <a:p>
            <a:r>
              <a:rPr sz="1600"/>
              <a:t>  • Google Gemini: 2.0 Flash+</a:t>
            </a:r>
          </a:p>
          <a:p>
            <a:r>
              <a:rPr sz="1600"/>
              <a:t>  • Ollama: Self-hosted models</a:t>
            </a:r>
          </a:p>
          <a:p/>
          <a:p>
            <a:r>
              <a:rPr sz="1600"/>
              <a:t>DATA LAYER</a:t>
            </a:r>
          </a:p>
          <a:p>
            <a:r>
              <a:rPr sz="1600"/>
              <a:t>  • PostgreSQL: Primary data store · Migrations</a:t>
            </a:r>
          </a:p>
          <a:p>
            <a:r>
              <a:rPr sz="1600"/>
              <a:t>  • Token Usage &amp; Cost: Per workspace · Per model</a:t>
            </a:r>
          </a:p>
          <a:p>
            <a:r>
              <a:rPr sz="1600"/>
              <a:t>  • Encrypted Credentials: AES-256-GCM · Docker Secrets</a:t>
            </a:r>
          </a:p>
          <a:p>
            <a:r>
              <a:rPr sz="1600"/>
              <a:t>  • Audit Logs: Task logs · Delivery history</a:t>
            </a:r>
          </a:p>
        </p:txBody>
      </p:sp>
      <p:sp>
        <p:nvSpPr>
          <p:cNvPr id="3" name="Google Shape;1114;p16">
            <a:extLst>
              <a:ext uri="{FF2B5EF4-FFF2-40B4-BE49-F238E27FC236}">
                <a16:creationId xmlns:a16="http://schemas.microsoft.com/office/drawing/2014/main" id="{248AE35D-6F0A-C832-33F0-CD6DBE679FA8}"/>
              </a:ext>
            </a:extLst>
          </p:cNvPr>
          <p:cNvSpPr txBox="1"/>
          <p:nvPr/>
        </p:nvSpPr>
        <p:spPr>
          <a:xfrm>
            <a:off x="18833123" y="12864400"/>
            <a:ext cx="49005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86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6686A"/>
                </a:solidFill>
                <a:latin typeface="Arial"/>
                <a:ea typeface="Arial"/>
                <a:cs typeface="Arial"/>
                <a:sym typeface="Arial"/>
              </a:rPr>
              <a:t>© 2025 Cambridge Technology. All rights reserved.</a:t>
            </a:r>
            <a:endParaRPr/>
          </a:p>
        </p:txBody>
      </p:sp>
      <p:sp>
        <p:nvSpPr>
          <p:cNvPr id="4" name="Google Shape;1049;p8">
            <a:extLst>
              <a:ext uri="{FF2B5EF4-FFF2-40B4-BE49-F238E27FC236}">
                <a16:creationId xmlns:a16="http://schemas.microsoft.com/office/drawing/2014/main" id="{F7087E8D-707C-D453-DC2B-DB3314C15DDC}"/>
              </a:ext>
            </a:extLst>
          </p:cNvPr>
          <p:cNvSpPr txBox="1"/>
          <p:nvPr/>
        </p:nvSpPr>
        <p:spPr>
          <a:xfrm>
            <a:off x="1443003" y="1580999"/>
            <a:ext cx="19558500" cy="102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lvl="0">
              <a:lnSpc>
                <a:spcPct val="106060"/>
              </a:lnSpc>
              <a:buClr>
                <a:srgbClr val="034EA2"/>
              </a:buClr>
              <a:buSzPts val="6600"/>
            </a:pPr>
            <a:r>
              <a:rPr sz="2800" b="1"/>
              <a:t>Integrations, Messaging &amp; Data Layer</a:t>
            </a:r>
            <a:endParaRPr lang="en-US" sz="110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6F2C2A5-0C82-92F0-6F8E-81F126036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442982"/>
              </p:ext>
            </p:extLst>
          </p:nvPr>
        </p:nvGraphicFramePr>
        <p:xfrm>
          <a:off x="14585795" y="1746793"/>
          <a:ext cx="9281884" cy="1110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 spd="slow">
    <p:fade thruBlk="1"/>
  </p:transition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"/>
          <p:cNvSpPr/>
          <p:nvPr/>
        </p:nvSpPr>
        <p:spPr>
          <a:xfrm>
            <a:off x="635000" y="861551"/>
            <a:ext cx="23766000" cy="1200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lang="en-US"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"/>
          <p:cNvSpPr txBox="1"/>
          <p:nvPr/>
        </p:nvSpPr>
        <p:spPr>
          <a:xfrm>
            <a:off x="1601264" y="2772413"/>
            <a:ext cx="19558500" cy="9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600"/>
              <a:t>Connect Claude Desktop, custom agents, and AI tools directly</a:t>
            </a:r>
          </a:p>
          <a:p>
            <a:r>
              <a:rPr sz="1600"/>
              <a:t>to NanoOrch via the Model Context Protocol (HTTP/SSE transport).</a:t>
            </a:r>
          </a:p>
          <a:p/>
          <a:p>
            <a:r>
              <a:rPr sz="1600"/>
              <a:t>Flow:  AI Client  →  Bearer Token (nano_mcp_&lt;32hex&gt;, SHA-256 hashed)</a:t>
            </a:r>
          </a:p>
          <a:p>
            <a:r>
              <a:rPr sz="1600"/>
              <a:t>       →  MCP Server /mcp  →  Orchestration Engine</a:t>
            </a:r>
          </a:p>
          <a:p/>
          <a:p>
            <a:r>
              <a:rPr sz="1600"/>
              <a:t>8 Workspace Tools:</a:t>
            </a:r>
          </a:p>
          <a:p>
            <a:r>
              <a:rPr sz="1600"/>
              <a:t>  • list_orchestrators — List all orchestrators (status, provider, model)</a:t>
            </a:r>
          </a:p>
          <a:p>
            <a:r>
              <a:rPr sz="1600"/>
              <a:t>  • list_agents        — List all agents (orchestrator, model, intent)</a:t>
            </a:r>
          </a:p>
          <a:p>
            <a:r>
              <a:rPr sz="1600"/>
              <a:t>  • run_task           — Submit a task to an agent and wait for result</a:t>
            </a:r>
          </a:p>
          <a:p>
            <a:r>
              <a:rPr sz="1600"/>
              <a:t>  • get_task_status    — Get status, output, and logs for a task by ID</a:t>
            </a:r>
          </a:p>
          <a:p>
            <a:r>
              <a:rPr sz="1600"/>
              <a:t>  • list_pending_approvals — List all pending approval requests</a:t>
            </a:r>
          </a:p>
          <a:p>
            <a:r>
              <a:rPr sz="1600"/>
              <a:t>  • approve_request    — Approve or reject a pending approval request</a:t>
            </a:r>
          </a:p>
          <a:p>
            <a:r>
              <a:rPr sz="1600"/>
              <a:t>  • trigger_pipeline   — Manually trigger a pipeline run by pipeline ID</a:t>
            </a:r>
          </a:p>
          <a:p>
            <a:r>
              <a:rPr sz="1600"/>
              <a:t>  • fire_scheduled_job — Immediately fire a scheduled job (bypass cron)</a:t>
            </a:r>
          </a:p>
          <a:p/>
          <a:p>
            <a:r>
              <a:rPr sz="1600"/>
              <a:t>API Key Management:</a:t>
            </a:r>
          </a:p>
          <a:p>
            <a:r>
              <a:rPr sz="1600"/>
              <a:t>  • Format: nano_mcp_&lt;32 hex chars&gt;   Stored: SHA-256 hash only</a:t>
            </a:r>
          </a:p>
          <a:p>
            <a:r>
              <a:rPr sz="1600"/>
              <a:t>  • Scope: Per workspace — one key per Claude instance</a:t>
            </a:r>
          </a:p>
          <a:p>
            <a:r>
              <a:rPr sz="1600"/>
              <a:t>  • Revoke: Instant revocation from MCP Settings page</a:t>
            </a:r>
          </a:p>
          <a:p>
            <a:r>
              <a:rPr sz="1600"/>
              <a:t>  • Endpoint: POST /api/workspaces/:id/mcp/keys</a:t>
            </a:r>
          </a:p>
        </p:txBody>
      </p:sp>
      <p:sp>
        <p:nvSpPr>
          <p:cNvPr id="3" name="Google Shape;1114;p16">
            <a:extLst>
              <a:ext uri="{FF2B5EF4-FFF2-40B4-BE49-F238E27FC236}">
                <a16:creationId xmlns:a16="http://schemas.microsoft.com/office/drawing/2014/main" id="{248AE35D-6F0A-C832-33F0-CD6DBE679FA8}"/>
              </a:ext>
            </a:extLst>
          </p:cNvPr>
          <p:cNvSpPr txBox="1"/>
          <p:nvPr/>
        </p:nvSpPr>
        <p:spPr>
          <a:xfrm>
            <a:off x="18833123" y="12864400"/>
            <a:ext cx="49005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86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6686A"/>
                </a:solidFill>
                <a:latin typeface="Arial"/>
                <a:ea typeface="Arial"/>
                <a:cs typeface="Arial"/>
                <a:sym typeface="Arial"/>
              </a:rPr>
              <a:t>© 2025 Cambridge Technology. All rights reserved.</a:t>
            </a:r>
            <a:endParaRPr/>
          </a:p>
        </p:txBody>
      </p:sp>
      <p:sp>
        <p:nvSpPr>
          <p:cNvPr id="4" name="Google Shape;1049;p8">
            <a:extLst>
              <a:ext uri="{FF2B5EF4-FFF2-40B4-BE49-F238E27FC236}">
                <a16:creationId xmlns:a16="http://schemas.microsoft.com/office/drawing/2014/main" id="{F7087E8D-707C-D453-DC2B-DB3314C15DDC}"/>
              </a:ext>
            </a:extLst>
          </p:cNvPr>
          <p:cNvSpPr txBox="1"/>
          <p:nvPr/>
        </p:nvSpPr>
        <p:spPr>
          <a:xfrm>
            <a:off x="1443003" y="1580999"/>
            <a:ext cx="19558500" cy="102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lvl="0">
              <a:lnSpc>
                <a:spcPct val="106060"/>
              </a:lnSpc>
              <a:buClr>
                <a:srgbClr val="034EA2"/>
              </a:buClr>
              <a:buSzPts val="6600"/>
            </a:pPr>
            <a:r>
              <a:rPr sz="2800" b="1"/>
              <a:t>MCP Server — Remote AI Access</a:t>
            </a:r>
            <a:endParaRPr lang="en-US" sz="110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AB0F566-7B4C-5A25-3A3B-9E1D6D0C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523879"/>
              </p:ext>
            </p:extLst>
          </p:nvPr>
        </p:nvGraphicFramePr>
        <p:xfrm>
          <a:off x="14585795" y="1746793"/>
          <a:ext cx="9281884" cy="1110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6261133"/>
      </p:ext>
    </p:extLst>
  </p:cSld>
  <p:clrMapOvr>
    <a:masterClrMapping/>
  </p:clrMapOvr>
  <p:transition spd="slow">
    <p:fade thruBlk="1"/>
  </p:transition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"/>
          <p:cNvSpPr/>
          <p:nvPr/>
        </p:nvSpPr>
        <p:spPr>
          <a:xfrm>
            <a:off x="635000" y="861551"/>
            <a:ext cx="23766000" cy="1200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lang="en-US"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"/>
          <p:cNvSpPr txBox="1"/>
          <p:nvPr/>
        </p:nvSpPr>
        <p:spPr>
          <a:xfrm>
            <a:off x="1601264" y="2772413"/>
            <a:ext cx="12267135" cy="9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600"/>
              <a:t>Claude Desktop / mcp.json configuration:</a:t>
            </a:r>
          </a:p>
          <a:p/>
          <a:p>
            <a:r>
              <a:rPr sz="1600"/>
              <a:t>{  "mcpServers": {</a:t>
            </a:r>
          </a:p>
          <a:p>
            <a:r>
              <a:rPr sz="1600"/>
              <a:t>     "nanoorch": {</a:t>
            </a:r>
          </a:p>
          <a:p>
            <a:r>
              <a:rPr sz="1600"/>
              <a:t>       "type": "http",</a:t>
            </a:r>
          </a:p>
          <a:p>
            <a:r>
              <a:rPr sz="1600"/>
              <a:t>       "url": "http://your-host/mcp",</a:t>
            </a:r>
          </a:p>
          <a:p>
            <a:r>
              <a:rPr sz="1600"/>
              <a:t>       "headers": {</a:t>
            </a:r>
          </a:p>
          <a:p>
            <a:r>
              <a:rPr sz="1600"/>
              <a:t>         "Authorization": "Bearer nano_mcp_..."</a:t>
            </a:r>
          </a:p>
          <a:p>
            <a:r>
              <a:rPr sz="1600"/>
              <a:t>       }</a:t>
            </a:r>
          </a:p>
          <a:p>
            <a:r>
              <a:rPr sz="1600"/>
              <a:t>     }</a:t>
            </a:r>
          </a:p>
          <a:p>
            <a:r>
              <a:rPr sz="1600"/>
              <a:t>  }</a:t>
            </a:r>
          </a:p>
          <a:p>
            <a:r>
              <a:rPr sz="1600"/>
              <a:t>}</a:t>
            </a:r>
          </a:p>
          <a:p/>
          <a:p>
            <a:r>
              <a:rPr sz="1600"/>
              <a:t>Self-hosted · Docker · PostgreSQL · Express.js · React · MCP Server</a:t>
            </a:r>
          </a:p>
          <a:p>
            <a:r>
              <a:rPr sz="1600"/>
              <a:t>Production-ready · Multi-tenant · Enterprise RBAC · Remote AI Access</a:t>
            </a:r>
          </a:p>
        </p:txBody>
      </p:sp>
      <p:sp>
        <p:nvSpPr>
          <p:cNvPr id="3" name="Google Shape;1114;p16">
            <a:extLst>
              <a:ext uri="{FF2B5EF4-FFF2-40B4-BE49-F238E27FC236}">
                <a16:creationId xmlns:a16="http://schemas.microsoft.com/office/drawing/2014/main" id="{248AE35D-6F0A-C832-33F0-CD6DBE679FA8}"/>
              </a:ext>
            </a:extLst>
          </p:cNvPr>
          <p:cNvSpPr txBox="1"/>
          <p:nvPr/>
        </p:nvSpPr>
        <p:spPr>
          <a:xfrm>
            <a:off x="18833123" y="12864400"/>
            <a:ext cx="49005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86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6686A"/>
                </a:solidFill>
                <a:latin typeface="Arial"/>
                <a:ea typeface="Arial"/>
                <a:cs typeface="Arial"/>
                <a:sym typeface="Arial"/>
              </a:rPr>
              <a:t>© 2025 Cambridge Technology. All rights reserved.</a:t>
            </a:r>
            <a:endParaRPr/>
          </a:p>
        </p:txBody>
      </p:sp>
      <p:sp>
        <p:nvSpPr>
          <p:cNvPr id="4" name="Google Shape;1049;p8">
            <a:extLst>
              <a:ext uri="{FF2B5EF4-FFF2-40B4-BE49-F238E27FC236}">
                <a16:creationId xmlns:a16="http://schemas.microsoft.com/office/drawing/2014/main" id="{F7087E8D-707C-D453-DC2B-DB3314C15DDC}"/>
              </a:ext>
            </a:extLst>
          </p:cNvPr>
          <p:cNvSpPr txBox="1"/>
          <p:nvPr/>
        </p:nvSpPr>
        <p:spPr>
          <a:xfrm>
            <a:off x="1443003" y="1580999"/>
            <a:ext cx="19558500" cy="102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lvl="0">
              <a:lnSpc>
                <a:spcPct val="106060"/>
              </a:lnSpc>
              <a:buClr>
                <a:srgbClr val="034EA2"/>
              </a:buClr>
              <a:buSzPts val="6600"/>
            </a:pPr>
            <a:r>
              <a:rPr sz="2800" b="1"/>
              <a:t>MCP Configuration &amp; Deployment</a:t>
            </a:r>
            <a:endParaRPr lang="en-US" sz="110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E0532E8-5BD3-2BD4-A70A-68D2BD5EE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381711"/>
              </p:ext>
            </p:extLst>
          </p:nvPr>
        </p:nvGraphicFramePr>
        <p:xfrm>
          <a:off x="14585795" y="1746793"/>
          <a:ext cx="9281884" cy="1110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6869471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0" name="Google Shape;1120;p17"/>
          <p:cNvGrpSpPr/>
          <p:nvPr/>
        </p:nvGrpSpPr>
        <p:grpSpPr>
          <a:xfrm rot="5400000">
            <a:off x="3989588" y="-2211591"/>
            <a:ext cx="11938003" cy="18139182"/>
            <a:chOff x="-1" y="-1"/>
            <a:chExt cx="11938002" cy="18139181"/>
          </a:xfrm>
        </p:grpSpPr>
        <p:sp>
          <p:nvSpPr>
            <p:cNvPr id="1121" name="Google Shape;1121;p17"/>
            <p:cNvSpPr/>
            <p:nvPr/>
          </p:nvSpPr>
          <p:spPr>
            <a:xfrm>
              <a:off x="2234433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7"/>
            <p:cNvSpPr/>
            <p:nvPr/>
          </p:nvSpPr>
          <p:spPr>
            <a:xfrm>
              <a:off x="1481253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7"/>
            <p:cNvSpPr/>
            <p:nvPr/>
          </p:nvSpPr>
          <p:spPr>
            <a:xfrm>
              <a:off x="753179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7"/>
            <p:cNvSpPr/>
            <p:nvPr/>
          </p:nvSpPr>
          <p:spPr>
            <a:xfrm>
              <a:off x="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7"/>
            <p:cNvSpPr/>
            <p:nvPr/>
          </p:nvSpPr>
          <p:spPr>
            <a:xfrm>
              <a:off x="2234433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7"/>
            <p:cNvSpPr/>
            <p:nvPr/>
          </p:nvSpPr>
          <p:spPr>
            <a:xfrm>
              <a:off x="1481253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7"/>
            <p:cNvSpPr/>
            <p:nvPr/>
          </p:nvSpPr>
          <p:spPr>
            <a:xfrm>
              <a:off x="753179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7"/>
            <p:cNvSpPr/>
            <p:nvPr/>
          </p:nvSpPr>
          <p:spPr>
            <a:xfrm>
              <a:off x="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7"/>
            <p:cNvSpPr/>
            <p:nvPr/>
          </p:nvSpPr>
          <p:spPr>
            <a:xfrm>
              <a:off x="2234433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7"/>
            <p:cNvSpPr/>
            <p:nvPr/>
          </p:nvSpPr>
          <p:spPr>
            <a:xfrm>
              <a:off x="1481253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7"/>
            <p:cNvSpPr/>
            <p:nvPr/>
          </p:nvSpPr>
          <p:spPr>
            <a:xfrm>
              <a:off x="753179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7"/>
            <p:cNvSpPr/>
            <p:nvPr/>
          </p:nvSpPr>
          <p:spPr>
            <a:xfrm>
              <a:off x="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7"/>
            <p:cNvSpPr/>
            <p:nvPr/>
          </p:nvSpPr>
          <p:spPr>
            <a:xfrm>
              <a:off x="2234433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7"/>
            <p:cNvSpPr/>
            <p:nvPr/>
          </p:nvSpPr>
          <p:spPr>
            <a:xfrm>
              <a:off x="2234433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7"/>
            <p:cNvSpPr/>
            <p:nvPr/>
          </p:nvSpPr>
          <p:spPr>
            <a:xfrm>
              <a:off x="1481253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7"/>
            <p:cNvSpPr/>
            <p:nvPr/>
          </p:nvSpPr>
          <p:spPr>
            <a:xfrm>
              <a:off x="1481253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7"/>
            <p:cNvSpPr/>
            <p:nvPr/>
          </p:nvSpPr>
          <p:spPr>
            <a:xfrm>
              <a:off x="753179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7"/>
            <p:cNvSpPr/>
            <p:nvPr/>
          </p:nvSpPr>
          <p:spPr>
            <a:xfrm>
              <a:off x="753179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7"/>
            <p:cNvSpPr/>
            <p:nvPr/>
          </p:nvSpPr>
          <p:spPr>
            <a:xfrm>
              <a:off x="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7"/>
            <p:cNvSpPr/>
            <p:nvPr/>
          </p:nvSpPr>
          <p:spPr>
            <a:xfrm>
              <a:off x="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7"/>
            <p:cNvSpPr/>
            <p:nvPr/>
          </p:nvSpPr>
          <p:spPr>
            <a:xfrm>
              <a:off x="2962507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7"/>
            <p:cNvSpPr/>
            <p:nvPr/>
          </p:nvSpPr>
          <p:spPr>
            <a:xfrm>
              <a:off x="2962507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7"/>
            <p:cNvSpPr/>
            <p:nvPr/>
          </p:nvSpPr>
          <p:spPr>
            <a:xfrm>
              <a:off x="2962507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7"/>
            <p:cNvSpPr/>
            <p:nvPr/>
          </p:nvSpPr>
          <p:spPr>
            <a:xfrm>
              <a:off x="2962507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7"/>
            <p:cNvSpPr/>
            <p:nvPr/>
          </p:nvSpPr>
          <p:spPr>
            <a:xfrm>
              <a:off x="2962507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7"/>
            <p:cNvSpPr/>
            <p:nvPr/>
          </p:nvSpPr>
          <p:spPr>
            <a:xfrm>
              <a:off x="3715686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7"/>
            <p:cNvSpPr/>
            <p:nvPr/>
          </p:nvSpPr>
          <p:spPr>
            <a:xfrm>
              <a:off x="3715686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7"/>
            <p:cNvSpPr/>
            <p:nvPr/>
          </p:nvSpPr>
          <p:spPr>
            <a:xfrm>
              <a:off x="3715686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7"/>
            <p:cNvSpPr/>
            <p:nvPr/>
          </p:nvSpPr>
          <p:spPr>
            <a:xfrm>
              <a:off x="3715686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7"/>
            <p:cNvSpPr/>
            <p:nvPr/>
          </p:nvSpPr>
          <p:spPr>
            <a:xfrm>
              <a:off x="3715686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7"/>
            <p:cNvSpPr/>
            <p:nvPr/>
          </p:nvSpPr>
          <p:spPr>
            <a:xfrm>
              <a:off x="444376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7"/>
            <p:cNvSpPr/>
            <p:nvPr/>
          </p:nvSpPr>
          <p:spPr>
            <a:xfrm>
              <a:off x="444376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7"/>
            <p:cNvSpPr/>
            <p:nvPr/>
          </p:nvSpPr>
          <p:spPr>
            <a:xfrm>
              <a:off x="444376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7"/>
            <p:cNvSpPr/>
            <p:nvPr/>
          </p:nvSpPr>
          <p:spPr>
            <a:xfrm>
              <a:off x="444376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7"/>
            <p:cNvSpPr/>
            <p:nvPr/>
          </p:nvSpPr>
          <p:spPr>
            <a:xfrm>
              <a:off x="444376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7"/>
            <p:cNvSpPr/>
            <p:nvPr/>
          </p:nvSpPr>
          <p:spPr>
            <a:xfrm>
              <a:off x="5196940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7"/>
            <p:cNvSpPr/>
            <p:nvPr/>
          </p:nvSpPr>
          <p:spPr>
            <a:xfrm>
              <a:off x="5196940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7"/>
            <p:cNvSpPr/>
            <p:nvPr/>
          </p:nvSpPr>
          <p:spPr>
            <a:xfrm>
              <a:off x="5196940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7"/>
            <p:cNvSpPr/>
            <p:nvPr/>
          </p:nvSpPr>
          <p:spPr>
            <a:xfrm>
              <a:off x="5196940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7"/>
            <p:cNvSpPr/>
            <p:nvPr/>
          </p:nvSpPr>
          <p:spPr>
            <a:xfrm>
              <a:off x="5196940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7"/>
            <p:cNvSpPr/>
            <p:nvPr/>
          </p:nvSpPr>
          <p:spPr>
            <a:xfrm>
              <a:off x="5925014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7"/>
            <p:cNvSpPr/>
            <p:nvPr/>
          </p:nvSpPr>
          <p:spPr>
            <a:xfrm>
              <a:off x="5925014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7"/>
            <p:cNvSpPr/>
            <p:nvPr/>
          </p:nvSpPr>
          <p:spPr>
            <a:xfrm>
              <a:off x="5925014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7"/>
            <p:cNvSpPr/>
            <p:nvPr/>
          </p:nvSpPr>
          <p:spPr>
            <a:xfrm>
              <a:off x="5925014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7"/>
            <p:cNvSpPr/>
            <p:nvPr/>
          </p:nvSpPr>
          <p:spPr>
            <a:xfrm>
              <a:off x="5925014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7"/>
            <p:cNvSpPr/>
            <p:nvPr/>
          </p:nvSpPr>
          <p:spPr>
            <a:xfrm>
              <a:off x="6678193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7"/>
            <p:cNvSpPr/>
            <p:nvPr/>
          </p:nvSpPr>
          <p:spPr>
            <a:xfrm>
              <a:off x="6678193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7"/>
            <p:cNvSpPr/>
            <p:nvPr/>
          </p:nvSpPr>
          <p:spPr>
            <a:xfrm>
              <a:off x="6678193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7"/>
            <p:cNvSpPr/>
            <p:nvPr/>
          </p:nvSpPr>
          <p:spPr>
            <a:xfrm>
              <a:off x="6678193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7"/>
            <p:cNvSpPr/>
            <p:nvPr/>
          </p:nvSpPr>
          <p:spPr>
            <a:xfrm>
              <a:off x="6678193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7"/>
            <p:cNvSpPr/>
            <p:nvPr/>
          </p:nvSpPr>
          <p:spPr>
            <a:xfrm>
              <a:off x="7406268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7"/>
            <p:cNvSpPr/>
            <p:nvPr/>
          </p:nvSpPr>
          <p:spPr>
            <a:xfrm>
              <a:off x="7406268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7"/>
            <p:cNvSpPr/>
            <p:nvPr/>
          </p:nvSpPr>
          <p:spPr>
            <a:xfrm>
              <a:off x="7406268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7"/>
            <p:cNvSpPr/>
            <p:nvPr/>
          </p:nvSpPr>
          <p:spPr>
            <a:xfrm>
              <a:off x="7406268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7"/>
            <p:cNvSpPr/>
            <p:nvPr/>
          </p:nvSpPr>
          <p:spPr>
            <a:xfrm>
              <a:off x="7406268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7"/>
            <p:cNvSpPr/>
            <p:nvPr/>
          </p:nvSpPr>
          <p:spPr>
            <a:xfrm>
              <a:off x="8159447" y="298761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7"/>
            <p:cNvSpPr/>
            <p:nvPr/>
          </p:nvSpPr>
          <p:spPr>
            <a:xfrm>
              <a:off x="8159447" y="225953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7"/>
            <p:cNvSpPr/>
            <p:nvPr/>
          </p:nvSpPr>
          <p:spPr>
            <a:xfrm>
              <a:off x="8159447" y="1506359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7"/>
            <p:cNvSpPr/>
            <p:nvPr/>
          </p:nvSpPr>
          <p:spPr>
            <a:xfrm>
              <a:off x="8159447" y="75317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7"/>
            <p:cNvSpPr/>
            <p:nvPr/>
          </p:nvSpPr>
          <p:spPr>
            <a:xfrm>
              <a:off x="8159447" y="0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7"/>
            <p:cNvSpPr/>
            <p:nvPr/>
          </p:nvSpPr>
          <p:spPr>
            <a:xfrm>
              <a:off x="8912627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7"/>
            <p:cNvSpPr/>
            <p:nvPr/>
          </p:nvSpPr>
          <p:spPr>
            <a:xfrm>
              <a:off x="8912627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7"/>
            <p:cNvSpPr/>
            <p:nvPr/>
          </p:nvSpPr>
          <p:spPr>
            <a:xfrm>
              <a:off x="8912627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7"/>
            <p:cNvSpPr/>
            <p:nvPr/>
          </p:nvSpPr>
          <p:spPr>
            <a:xfrm>
              <a:off x="8912627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7"/>
            <p:cNvSpPr/>
            <p:nvPr/>
          </p:nvSpPr>
          <p:spPr>
            <a:xfrm>
              <a:off x="8912627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7"/>
            <p:cNvSpPr/>
            <p:nvPr/>
          </p:nvSpPr>
          <p:spPr>
            <a:xfrm>
              <a:off x="9640701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7"/>
            <p:cNvSpPr/>
            <p:nvPr/>
          </p:nvSpPr>
          <p:spPr>
            <a:xfrm>
              <a:off x="9640701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7"/>
            <p:cNvSpPr/>
            <p:nvPr/>
          </p:nvSpPr>
          <p:spPr>
            <a:xfrm>
              <a:off x="9640701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7"/>
            <p:cNvSpPr/>
            <p:nvPr/>
          </p:nvSpPr>
          <p:spPr>
            <a:xfrm>
              <a:off x="9640701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7"/>
            <p:cNvSpPr/>
            <p:nvPr/>
          </p:nvSpPr>
          <p:spPr>
            <a:xfrm>
              <a:off x="9640701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7"/>
            <p:cNvSpPr/>
            <p:nvPr/>
          </p:nvSpPr>
          <p:spPr>
            <a:xfrm>
              <a:off x="10393881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7"/>
            <p:cNvSpPr/>
            <p:nvPr/>
          </p:nvSpPr>
          <p:spPr>
            <a:xfrm>
              <a:off x="10393881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7"/>
            <p:cNvSpPr/>
            <p:nvPr/>
          </p:nvSpPr>
          <p:spPr>
            <a:xfrm>
              <a:off x="10393881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7"/>
            <p:cNvSpPr/>
            <p:nvPr/>
          </p:nvSpPr>
          <p:spPr>
            <a:xfrm>
              <a:off x="10393881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7"/>
            <p:cNvSpPr/>
            <p:nvPr/>
          </p:nvSpPr>
          <p:spPr>
            <a:xfrm>
              <a:off x="10393881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7"/>
            <p:cNvSpPr/>
            <p:nvPr/>
          </p:nvSpPr>
          <p:spPr>
            <a:xfrm>
              <a:off x="11121954" y="298761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7"/>
            <p:cNvSpPr/>
            <p:nvPr/>
          </p:nvSpPr>
          <p:spPr>
            <a:xfrm>
              <a:off x="11121954" y="225953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7"/>
            <p:cNvSpPr/>
            <p:nvPr/>
          </p:nvSpPr>
          <p:spPr>
            <a:xfrm>
              <a:off x="11121954" y="150635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7"/>
            <p:cNvSpPr/>
            <p:nvPr/>
          </p:nvSpPr>
          <p:spPr>
            <a:xfrm>
              <a:off x="11121954" y="75317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7"/>
            <p:cNvSpPr/>
            <p:nvPr/>
          </p:nvSpPr>
          <p:spPr>
            <a:xfrm>
              <a:off x="11121954" y="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7"/>
            <p:cNvSpPr/>
            <p:nvPr/>
          </p:nvSpPr>
          <p:spPr>
            <a:xfrm>
              <a:off x="11875134" y="2987612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7"/>
            <p:cNvSpPr/>
            <p:nvPr/>
          </p:nvSpPr>
          <p:spPr>
            <a:xfrm>
              <a:off x="11875134" y="225953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7"/>
            <p:cNvSpPr/>
            <p:nvPr/>
          </p:nvSpPr>
          <p:spPr>
            <a:xfrm>
              <a:off x="11875134" y="150635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7"/>
            <p:cNvSpPr/>
            <p:nvPr/>
          </p:nvSpPr>
          <p:spPr>
            <a:xfrm>
              <a:off x="11875134" y="753179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7"/>
            <p:cNvSpPr/>
            <p:nvPr/>
          </p:nvSpPr>
          <p:spPr>
            <a:xfrm>
              <a:off x="11875134" y="-1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01" y="21600"/>
                  </a:moveTo>
                  <a:cubicBezTo>
                    <a:pt x="16760" y="21600"/>
                    <a:pt x="21600" y="16769"/>
                    <a:pt x="21600" y="10800"/>
                  </a:cubicBezTo>
                  <a:cubicBezTo>
                    <a:pt x="21600" y="4839"/>
                    <a:pt x="16760" y="0"/>
                    <a:pt x="10801" y="0"/>
                  </a:cubicBezTo>
                  <a:cubicBezTo>
                    <a:pt x="4840" y="0"/>
                    <a:pt x="0" y="4839"/>
                    <a:pt x="0" y="10800"/>
                  </a:cubicBezTo>
                  <a:cubicBezTo>
                    <a:pt x="0" y="16769"/>
                    <a:pt x="4840" y="21600"/>
                    <a:pt x="10801" y="216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7"/>
            <p:cNvSpPr/>
            <p:nvPr/>
          </p:nvSpPr>
          <p:spPr>
            <a:xfrm>
              <a:off x="2234433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7"/>
            <p:cNvSpPr/>
            <p:nvPr/>
          </p:nvSpPr>
          <p:spPr>
            <a:xfrm>
              <a:off x="1481253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7"/>
            <p:cNvSpPr/>
            <p:nvPr/>
          </p:nvSpPr>
          <p:spPr>
            <a:xfrm>
              <a:off x="753179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7"/>
            <p:cNvSpPr/>
            <p:nvPr/>
          </p:nvSpPr>
          <p:spPr>
            <a:xfrm>
              <a:off x="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7"/>
            <p:cNvSpPr/>
            <p:nvPr/>
          </p:nvSpPr>
          <p:spPr>
            <a:xfrm>
              <a:off x="2962507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7"/>
            <p:cNvSpPr/>
            <p:nvPr/>
          </p:nvSpPr>
          <p:spPr>
            <a:xfrm>
              <a:off x="3715686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7"/>
            <p:cNvSpPr/>
            <p:nvPr/>
          </p:nvSpPr>
          <p:spPr>
            <a:xfrm>
              <a:off x="444376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7"/>
            <p:cNvSpPr/>
            <p:nvPr/>
          </p:nvSpPr>
          <p:spPr>
            <a:xfrm>
              <a:off x="5196940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7"/>
            <p:cNvSpPr/>
            <p:nvPr/>
          </p:nvSpPr>
          <p:spPr>
            <a:xfrm>
              <a:off x="5925014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7"/>
            <p:cNvSpPr/>
            <p:nvPr/>
          </p:nvSpPr>
          <p:spPr>
            <a:xfrm>
              <a:off x="6678193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7"/>
            <p:cNvSpPr/>
            <p:nvPr/>
          </p:nvSpPr>
          <p:spPr>
            <a:xfrm>
              <a:off x="7406268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7"/>
            <p:cNvSpPr/>
            <p:nvPr/>
          </p:nvSpPr>
          <p:spPr>
            <a:xfrm>
              <a:off x="8159447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7"/>
            <p:cNvSpPr/>
            <p:nvPr/>
          </p:nvSpPr>
          <p:spPr>
            <a:xfrm>
              <a:off x="8912627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7"/>
            <p:cNvSpPr/>
            <p:nvPr/>
          </p:nvSpPr>
          <p:spPr>
            <a:xfrm>
              <a:off x="9640701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7"/>
            <p:cNvSpPr/>
            <p:nvPr/>
          </p:nvSpPr>
          <p:spPr>
            <a:xfrm>
              <a:off x="10393881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7"/>
            <p:cNvSpPr/>
            <p:nvPr/>
          </p:nvSpPr>
          <p:spPr>
            <a:xfrm>
              <a:off x="11121954" y="449397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7"/>
            <p:cNvSpPr/>
            <p:nvPr/>
          </p:nvSpPr>
          <p:spPr>
            <a:xfrm>
              <a:off x="11875134" y="449397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7"/>
            <p:cNvSpPr/>
            <p:nvPr/>
          </p:nvSpPr>
          <p:spPr>
            <a:xfrm>
              <a:off x="2234433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7"/>
            <p:cNvSpPr/>
            <p:nvPr/>
          </p:nvSpPr>
          <p:spPr>
            <a:xfrm>
              <a:off x="1481253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7"/>
            <p:cNvSpPr/>
            <p:nvPr/>
          </p:nvSpPr>
          <p:spPr>
            <a:xfrm>
              <a:off x="753179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7"/>
            <p:cNvSpPr/>
            <p:nvPr/>
          </p:nvSpPr>
          <p:spPr>
            <a:xfrm>
              <a:off x="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7"/>
            <p:cNvSpPr/>
            <p:nvPr/>
          </p:nvSpPr>
          <p:spPr>
            <a:xfrm>
              <a:off x="2962507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7"/>
            <p:cNvSpPr/>
            <p:nvPr/>
          </p:nvSpPr>
          <p:spPr>
            <a:xfrm>
              <a:off x="3715686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7"/>
            <p:cNvSpPr/>
            <p:nvPr/>
          </p:nvSpPr>
          <p:spPr>
            <a:xfrm>
              <a:off x="444376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7"/>
            <p:cNvSpPr/>
            <p:nvPr/>
          </p:nvSpPr>
          <p:spPr>
            <a:xfrm>
              <a:off x="5196940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7"/>
            <p:cNvSpPr/>
            <p:nvPr/>
          </p:nvSpPr>
          <p:spPr>
            <a:xfrm>
              <a:off x="5925014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7"/>
            <p:cNvSpPr/>
            <p:nvPr/>
          </p:nvSpPr>
          <p:spPr>
            <a:xfrm>
              <a:off x="6678193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7"/>
            <p:cNvSpPr/>
            <p:nvPr/>
          </p:nvSpPr>
          <p:spPr>
            <a:xfrm>
              <a:off x="7406268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7"/>
            <p:cNvSpPr/>
            <p:nvPr/>
          </p:nvSpPr>
          <p:spPr>
            <a:xfrm>
              <a:off x="8159447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7"/>
            <p:cNvSpPr/>
            <p:nvPr/>
          </p:nvSpPr>
          <p:spPr>
            <a:xfrm>
              <a:off x="8912627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7"/>
            <p:cNvSpPr/>
            <p:nvPr/>
          </p:nvSpPr>
          <p:spPr>
            <a:xfrm>
              <a:off x="9640701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7"/>
            <p:cNvSpPr/>
            <p:nvPr/>
          </p:nvSpPr>
          <p:spPr>
            <a:xfrm>
              <a:off x="10393881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7"/>
            <p:cNvSpPr/>
            <p:nvPr/>
          </p:nvSpPr>
          <p:spPr>
            <a:xfrm>
              <a:off x="11121954" y="5247152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7"/>
            <p:cNvSpPr/>
            <p:nvPr/>
          </p:nvSpPr>
          <p:spPr>
            <a:xfrm>
              <a:off x="11875134" y="5247152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7"/>
            <p:cNvSpPr/>
            <p:nvPr/>
          </p:nvSpPr>
          <p:spPr>
            <a:xfrm>
              <a:off x="2234433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7"/>
            <p:cNvSpPr/>
            <p:nvPr/>
          </p:nvSpPr>
          <p:spPr>
            <a:xfrm>
              <a:off x="1481253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7"/>
            <p:cNvSpPr/>
            <p:nvPr/>
          </p:nvSpPr>
          <p:spPr>
            <a:xfrm>
              <a:off x="753179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7"/>
            <p:cNvSpPr/>
            <p:nvPr/>
          </p:nvSpPr>
          <p:spPr>
            <a:xfrm>
              <a:off x="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7"/>
            <p:cNvSpPr/>
            <p:nvPr/>
          </p:nvSpPr>
          <p:spPr>
            <a:xfrm>
              <a:off x="2962507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7"/>
            <p:cNvSpPr/>
            <p:nvPr/>
          </p:nvSpPr>
          <p:spPr>
            <a:xfrm>
              <a:off x="3715686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7"/>
            <p:cNvSpPr/>
            <p:nvPr/>
          </p:nvSpPr>
          <p:spPr>
            <a:xfrm>
              <a:off x="444376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7"/>
            <p:cNvSpPr/>
            <p:nvPr/>
          </p:nvSpPr>
          <p:spPr>
            <a:xfrm>
              <a:off x="5196940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7"/>
            <p:cNvSpPr/>
            <p:nvPr/>
          </p:nvSpPr>
          <p:spPr>
            <a:xfrm>
              <a:off x="5925014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7"/>
            <p:cNvSpPr/>
            <p:nvPr/>
          </p:nvSpPr>
          <p:spPr>
            <a:xfrm>
              <a:off x="6678193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7"/>
            <p:cNvSpPr/>
            <p:nvPr/>
          </p:nvSpPr>
          <p:spPr>
            <a:xfrm>
              <a:off x="7406268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7"/>
            <p:cNvSpPr/>
            <p:nvPr/>
          </p:nvSpPr>
          <p:spPr>
            <a:xfrm>
              <a:off x="8159447" y="597522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7"/>
            <p:cNvSpPr/>
            <p:nvPr/>
          </p:nvSpPr>
          <p:spPr>
            <a:xfrm>
              <a:off x="8912627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7"/>
            <p:cNvSpPr/>
            <p:nvPr/>
          </p:nvSpPr>
          <p:spPr>
            <a:xfrm>
              <a:off x="9640701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7"/>
            <p:cNvSpPr/>
            <p:nvPr/>
          </p:nvSpPr>
          <p:spPr>
            <a:xfrm>
              <a:off x="10393881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7"/>
            <p:cNvSpPr/>
            <p:nvPr/>
          </p:nvSpPr>
          <p:spPr>
            <a:xfrm>
              <a:off x="11121954" y="597522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7"/>
            <p:cNvSpPr/>
            <p:nvPr/>
          </p:nvSpPr>
          <p:spPr>
            <a:xfrm>
              <a:off x="11875134" y="5975225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7"/>
            <p:cNvSpPr/>
            <p:nvPr/>
          </p:nvSpPr>
          <p:spPr>
            <a:xfrm>
              <a:off x="2234433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7"/>
            <p:cNvSpPr/>
            <p:nvPr/>
          </p:nvSpPr>
          <p:spPr>
            <a:xfrm>
              <a:off x="1481253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7"/>
            <p:cNvSpPr/>
            <p:nvPr/>
          </p:nvSpPr>
          <p:spPr>
            <a:xfrm>
              <a:off x="753179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7"/>
            <p:cNvSpPr/>
            <p:nvPr/>
          </p:nvSpPr>
          <p:spPr>
            <a:xfrm>
              <a:off x="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7"/>
            <p:cNvSpPr/>
            <p:nvPr/>
          </p:nvSpPr>
          <p:spPr>
            <a:xfrm>
              <a:off x="2962507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7"/>
            <p:cNvSpPr/>
            <p:nvPr/>
          </p:nvSpPr>
          <p:spPr>
            <a:xfrm>
              <a:off x="3715686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7"/>
            <p:cNvSpPr/>
            <p:nvPr/>
          </p:nvSpPr>
          <p:spPr>
            <a:xfrm>
              <a:off x="444376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7"/>
            <p:cNvSpPr/>
            <p:nvPr/>
          </p:nvSpPr>
          <p:spPr>
            <a:xfrm>
              <a:off x="5196940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7"/>
            <p:cNvSpPr/>
            <p:nvPr/>
          </p:nvSpPr>
          <p:spPr>
            <a:xfrm>
              <a:off x="5925014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7"/>
            <p:cNvSpPr/>
            <p:nvPr/>
          </p:nvSpPr>
          <p:spPr>
            <a:xfrm>
              <a:off x="6678193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7"/>
            <p:cNvSpPr/>
            <p:nvPr/>
          </p:nvSpPr>
          <p:spPr>
            <a:xfrm>
              <a:off x="7406268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7"/>
            <p:cNvSpPr/>
            <p:nvPr/>
          </p:nvSpPr>
          <p:spPr>
            <a:xfrm>
              <a:off x="8159447" y="672840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7"/>
            <p:cNvSpPr/>
            <p:nvPr/>
          </p:nvSpPr>
          <p:spPr>
            <a:xfrm>
              <a:off x="8912627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7"/>
            <p:cNvSpPr/>
            <p:nvPr/>
          </p:nvSpPr>
          <p:spPr>
            <a:xfrm>
              <a:off x="9640701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7"/>
            <p:cNvSpPr/>
            <p:nvPr/>
          </p:nvSpPr>
          <p:spPr>
            <a:xfrm>
              <a:off x="10393881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7"/>
            <p:cNvSpPr/>
            <p:nvPr/>
          </p:nvSpPr>
          <p:spPr>
            <a:xfrm>
              <a:off x="11121954" y="672840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7"/>
            <p:cNvSpPr/>
            <p:nvPr/>
          </p:nvSpPr>
          <p:spPr>
            <a:xfrm>
              <a:off x="11875134" y="6728405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7"/>
            <p:cNvSpPr/>
            <p:nvPr/>
          </p:nvSpPr>
          <p:spPr>
            <a:xfrm>
              <a:off x="2234433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7"/>
            <p:cNvSpPr/>
            <p:nvPr/>
          </p:nvSpPr>
          <p:spPr>
            <a:xfrm>
              <a:off x="1481253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7"/>
            <p:cNvSpPr/>
            <p:nvPr/>
          </p:nvSpPr>
          <p:spPr>
            <a:xfrm>
              <a:off x="753179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7"/>
            <p:cNvSpPr/>
            <p:nvPr/>
          </p:nvSpPr>
          <p:spPr>
            <a:xfrm>
              <a:off x="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7"/>
            <p:cNvSpPr/>
            <p:nvPr/>
          </p:nvSpPr>
          <p:spPr>
            <a:xfrm>
              <a:off x="2962507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7"/>
            <p:cNvSpPr/>
            <p:nvPr/>
          </p:nvSpPr>
          <p:spPr>
            <a:xfrm>
              <a:off x="3715686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7"/>
            <p:cNvSpPr/>
            <p:nvPr/>
          </p:nvSpPr>
          <p:spPr>
            <a:xfrm>
              <a:off x="444376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7"/>
            <p:cNvSpPr/>
            <p:nvPr/>
          </p:nvSpPr>
          <p:spPr>
            <a:xfrm>
              <a:off x="5196940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7"/>
            <p:cNvSpPr/>
            <p:nvPr/>
          </p:nvSpPr>
          <p:spPr>
            <a:xfrm>
              <a:off x="5925014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7"/>
            <p:cNvSpPr/>
            <p:nvPr/>
          </p:nvSpPr>
          <p:spPr>
            <a:xfrm>
              <a:off x="6678193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7"/>
            <p:cNvSpPr/>
            <p:nvPr/>
          </p:nvSpPr>
          <p:spPr>
            <a:xfrm>
              <a:off x="7406268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7"/>
            <p:cNvSpPr/>
            <p:nvPr/>
          </p:nvSpPr>
          <p:spPr>
            <a:xfrm>
              <a:off x="8159447" y="748158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7"/>
            <p:cNvSpPr/>
            <p:nvPr/>
          </p:nvSpPr>
          <p:spPr>
            <a:xfrm>
              <a:off x="8912627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7"/>
            <p:cNvSpPr/>
            <p:nvPr/>
          </p:nvSpPr>
          <p:spPr>
            <a:xfrm>
              <a:off x="9640701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7"/>
            <p:cNvSpPr/>
            <p:nvPr/>
          </p:nvSpPr>
          <p:spPr>
            <a:xfrm>
              <a:off x="10393881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7"/>
            <p:cNvSpPr/>
            <p:nvPr/>
          </p:nvSpPr>
          <p:spPr>
            <a:xfrm>
              <a:off x="11121954" y="748158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7"/>
            <p:cNvSpPr/>
            <p:nvPr/>
          </p:nvSpPr>
          <p:spPr>
            <a:xfrm>
              <a:off x="11875134" y="7481585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7"/>
            <p:cNvSpPr/>
            <p:nvPr/>
          </p:nvSpPr>
          <p:spPr>
            <a:xfrm>
              <a:off x="2234433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7"/>
            <p:cNvSpPr/>
            <p:nvPr/>
          </p:nvSpPr>
          <p:spPr>
            <a:xfrm>
              <a:off x="1481253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7"/>
            <p:cNvSpPr/>
            <p:nvPr/>
          </p:nvSpPr>
          <p:spPr>
            <a:xfrm>
              <a:off x="753179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7"/>
            <p:cNvSpPr/>
            <p:nvPr/>
          </p:nvSpPr>
          <p:spPr>
            <a:xfrm>
              <a:off x="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7"/>
            <p:cNvSpPr/>
            <p:nvPr/>
          </p:nvSpPr>
          <p:spPr>
            <a:xfrm>
              <a:off x="2962507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7"/>
            <p:cNvSpPr/>
            <p:nvPr/>
          </p:nvSpPr>
          <p:spPr>
            <a:xfrm>
              <a:off x="3715686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7"/>
            <p:cNvSpPr/>
            <p:nvPr/>
          </p:nvSpPr>
          <p:spPr>
            <a:xfrm>
              <a:off x="444376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5196940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7"/>
            <p:cNvSpPr/>
            <p:nvPr/>
          </p:nvSpPr>
          <p:spPr>
            <a:xfrm>
              <a:off x="5925014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7"/>
            <p:cNvSpPr/>
            <p:nvPr/>
          </p:nvSpPr>
          <p:spPr>
            <a:xfrm>
              <a:off x="6678193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7"/>
            <p:cNvSpPr/>
            <p:nvPr/>
          </p:nvSpPr>
          <p:spPr>
            <a:xfrm>
              <a:off x="7406268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7"/>
            <p:cNvSpPr/>
            <p:nvPr/>
          </p:nvSpPr>
          <p:spPr>
            <a:xfrm>
              <a:off x="8159447" y="8234765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7"/>
            <p:cNvSpPr/>
            <p:nvPr/>
          </p:nvSpPr>
          <p:spPr>
            <a:xfrm>
              <a:off x="8912627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7"/>
            <p:cNvSpPr/>
            <p:nvPr/>
          </p:nvSpPr>
          <p:spPr>
            <a:xfrm>
              <a:off x="9640701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7"/>
            <p:cNvSpPr/>
            <p:nvPr/>
          </p:nvSpPr>
          <p:spPr>
            <a:xfrm>
              <a:off x="10393881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11121954" y="8234765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11875134" y="8234765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2234433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1481253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753179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2962507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3715686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444376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196940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25014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6678193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7406268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8159447" y="8962838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8912627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9640701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10393881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11121954" y="8962838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11875134" y="8962838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2234433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1481253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753179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2962507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3715686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444376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196940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25014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6678193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7406268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8159447" y="974112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8912627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9640701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10393881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11121954" y="974112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11875134" y="974112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2234433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1481253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753179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2234433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1481253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753179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2234433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1481253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753179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2234433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1481253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53179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-1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2234433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1481253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753179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-1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2234433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1481253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753179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-1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2234433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1481253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753179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2234433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1481253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753179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2234433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1481253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753179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2234433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1481253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53179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-1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2234433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1481253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753179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-1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2962507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2962507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2962507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2962507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2962507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2962507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2962507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2962507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2962507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2962507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2962507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3715686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3715686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3715686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3715686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7"/>
            <p:cNvSpPr/>
            <p:nvPr/>
          </p:nvSpPr>
          <p:spPr>
            <a:xfrm>
              <a:off x="3715686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7"/>
            <p:cNvSpPr/>
            <p:nvPr/>
          </p:nvSpPr>
          <p:spPr>
            <a:xfrm>
              <a:off x="3715686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3715686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3715686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7"/>
            <p:cNvSpPr/>
            <p:nvPr/>
          </p:nvSpPr>
          <p:spPr>
            <a:xfrm>
              <a:off x="3715686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7"/>
            <p:cNvSpPr/>
            <p:nvPr/>
          </p:nvSpPr>
          <p:spPr>
            <a:xfrm>
              <a:off x="3715686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3715686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44376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44376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44376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443760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443760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443760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44376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44376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44376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443760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443760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5196940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5196940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7"/>
            <p:cNvSpPr/>
            <p:nvPr/>
          </p:nvSpPr>
          <p:spPr>
            <a:xfrm>
              <a:off x="5196940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7"/>
            <p:cNvSpPr/>
            <p:nvPr/>
          </p:nvSpPr>
          <p:spPr>
            <a:xfrm>
              <a:off x="5196940" y="1277895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7"/>
            <p:cNvSpPr/>
            <p:nvPr/>
          </p:nvSpPr>
          <p:spPr>
            <a:xfrm>
              <a:off x="5196940" y="1353212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7"/>
            <p:cNvSpPr/>
            <p:nvPr/>
          </p:nvSpPr>
          <p:spPr>
            <a:xfrm>
              <a:off x="5196940" y="1428530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5196940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5196940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7"/>
            <p:cNvSpPr/>
            <p:nvPr/>
          </p:nvSpPr>
          <p:spPr>
            <a:xfrm>
              <a:off x="5196940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5196940" y="1732313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7"/>
            <p:cNvSpPr/>
            <p:nvPr/>
          </p:nvSpPr>
          <p:spPr>
            <a:xfrm>
              <a:off x="5196940" y="18076313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7"/>
            <p:cNvSpPr/>
            <p:nvPr/>
          </p:nvSpPr>
          <p:spPr>
            <a:xfrm>
              <a:off x="5925014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7"/>
            <p:cNvSpPr/>
            <p:nvPr/>
          </p:nvSpPr>
          <p:spPr>
            <a:xfrm>
              <a:off x="5925014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7"/>
            <p:cNvSpPr/>
            <p:nvPr/>
          </p:nvSpPr>
          <p:spPr>
            <a:xfrm>
              <a:off x="5925014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7"/>
            <p:cNvSpPr/>
            <p:nvPr/>
          </p:nvSpPr>
          <p:spPr>
            <a:xfrm>
              <a:off x="5925014" y="12778950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7"/>
            <p:cNvSpPr/>
            <p:nvPr/>
          </p:nvSpPr>
          <p:spPr>
            <a:xfrm>
              <a:off x="5925014" y="1353212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7"/>
            <p:cNvSpPr/>
            <p:nvPr/>
          </p:nvSpPr>
          <p:spPr>
            <a:xfrm>
              <a:off x="5925014" y="14285309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7"/>
            <p:cNvSpPr/>
            <p:nvPr/>
          </p:nvSpPr>
          <p:spPr>
            <a:xfrm>
              <a:off x="5925014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7"/>
            <p:cNvSpPr/>
            <p:nvPr/>
          </p:nvSpPr>
          <p:spPr>
            <a:xfrm>
              <a:off x="5925014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7"/>
            <p:cNvSpPr/>
            <p:nvPr/>
          </p:nvSpPr>
          <p:spPr>
            <a:xfrm>
              <a:off x="5925014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7"/>
            <p:cNvSpPr/>
            <p:nvPr/>
          </p:nvSpPr>
          <p:spPr>
            <a:xfrm>
              <a:off x="5925014" y="1732313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7"/>
            <p:cNvSpPr/>
            <p:nvPr/>
          </p:nvSpPr>
          <p:spPr>
            <a:xfrm>
              <a:off x="5925014" y="18076313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7"/>
            <p:cNvSpPr/>
            <p:nvPr/>
          </p:nvSpPr>
          <p:spPr>
            <a:xfrm>
              <a:off x="6678193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7"/>
            <p:cNvSpPr/>
            <p:nvPr/>
          </p:nvSpPr>
          <p:spPr>
            <a:xfrm>
              <a:off x="6678193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7"/>
            <p:cNvSpPr/>
            <p:nvPr/>
          </p:nvSpPr>
          <p:spPr>
            <a:xfrm>
              <a:off x="6678193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7"/>
            <p:cNvSpPr/>
            <p:nvPr/>
          </p:nvSpPr>
          <p:spPr>
            <a:xfrm>
              <a:off x="6678193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7"/>
            <p:cNvSpPr/>
            <p:nvPr/>
          </p:nvSpPr>
          <p:spPr>
            <a:xfrm>
              <a:off x="6678193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7"/>
            <p:cNvSpPr/>
            <p:nvPr/>
          </p:nvSpPr>
          <p:spPr>
            <a:xfrm>
              <a:off x="6678193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7"/>
            <p:cNvSpPr/>
            <p:nvPr/>
          </p:nvSpPr>
          <p:spPr>
            <a:xfrm>
              <a:off x="6678193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7"/>
            <p:cNvSpPr/>
            <p:nvPr/>
          </p:nvSpPr>
          <p:spPr>
            <a:xfrm>
              <a:off x="6678193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7"/>
            <p:cNvSpPr/>
            <p:nvPr/>
          </p:nvSpPr>
          <p:spPr>
            <a:xfrm>
              <a:off x="6678193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7"/>
            <p:cNvSpPr/>
            <p:nvPr/>
          </p:nvSpPr>
          <p:spPr>
            <a:xfrm>
              <a:off x="6678193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7"/>
            <p:cNvSpPr/>
            <p:nvPr/>
          </p:nvSpPr>
          <p:spPr>
            <a:xfrm>
              <a:off x="6678193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7"/>
            <p:cNvSpPr/>
            <p:nvPr/>
          </p:nvSpPr>
          <p:spPr>
            <a:xfrm>
              <a:off x="7406268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7"/>
            <p:cNvSpPr/>
            <p:nvPr/>
          </p:nvSpPr>
          <p:spPr>
            <a:xfrm>
              <a:off x="7406268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7"/>
            <p:cNvSpPr/>
            <p:nvPr/>
          </p:nvSpPr>
          <p:spPr>
            <a:xfrm>
              <a:off x="7406268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7"/>
            <p:cNvSpPr/>
            <p:nvPr/>
          </p:nvSpPr>
          <p:spPr>
            <a:xfrm>
              <a:off x="7406268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7"/>
            <p:cNvSpPr/>
            <p:nvPr/>
          </p:nvSpPr>
          <p:spPr>
            <a:xfrm>
              <a:off x="7406268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7"/>
            <p:cNvSpPr/>
            <p:nvPr/>
          </p:nvSpPr>
          <p:spPr>
            <a:xfrm>
              <a:off x="7406268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7"/>
            <p:cNvSpPr/>
            <p:nvPr/>
          </p:nvSpPr>
          <p:spPr>
            <a:xfrm>
              <a:off x="7406268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7"/>
            <p:cNvSpPr/>
            <p:nvPr/>
          </p:nvSpPr>
          <p:spPr>
            <a:xfrm>
              <a:off x="7406268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7"/>
            <p:cNvSpPr/>
            <p:nvPr/>
          </p:nvSpPr>
          <p:spPr>
            <a:xfrm>
              <a:off x="7406268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7"/>
            <p:cNvSpPr/>
            <p:nvPr/>
          </p:nvSpPr>
          <p:spPr>
            <a:xfrm>
              <a:off x="7406268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7"/>
            <p:cNvSpPr/>
            <p:nvPr/>
          </p:nvSpPr>
          <p:spPr>
            <a:xfrm>
              <a:off x="7406268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7"/>
            <p:cNvSpPr/>
            <p:nvPr/>
          </p:nvSpPr>
          <p:spPr>
            <a:xfrm>
              <a:off x="8159447" y="1049430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7"/>
            <p:cNvSpPr/>
            <p:nvPr/>
          </p:nvSpPr>
          <p:spPr>
            <a:xfrm>
              <a:off x="8159447" y="11247484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7"/>
            <p:cNvSpPr/>
            <p:nvPr/>
          </p:nvSpPr>
          <p:spPr>
            <a:xfrm>
              <a:off x="8159447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7"/>
            <p:cNvSpPr/>
            <p:nvPr/>
          </p:nvSpPr>
          <p:spPr>
            <a:xfrm>
              <a:off x="8159447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7"/>
            <p:cNvSpPr/>
            <p:nvPr/>
          </p:nvSpPr>
          <p:spPr>
            <a:xfrm>
              <a:off x="8159447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7"/>
            <p:cNvSpPr/>
            <p:nvPr/>
          </p:nvSpPr>
          <p:spPr>
            <a:xfrm>
              <a:off x="8159447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7"/>
            <p:cNvSpPr/>
            <p:nvPr/>
          </p:nvSpPr>
          <p:spPr>
            <a:xfrm>
              <a:off x="8159447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7"/>
            <p:cNvSpPr/>
            <p:nvPr/>
          </p:nvSpPr>
          <p:spPr>
            <a:xfrm>
              <a:off x="8159447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7"/>
            <p:cNvSpPr/>
            <p:nvPr/>
          </p:nvSpPr>
          <p:spPr>
            <a:xfrm>
              <a:off x="8159447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7"/>
            <p:cNvSpPr/>
            <p:nvPr/>
          </p:nvSpPr>
          <p:spPr>
            <a:xfrm>
              <a:off x="8159447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7"/>
            <p:cNvSpPr/>
            <p:nvPr/>
          </p:nvSpPr>
          <p:spPr>
            <a:xfrm>
              <a:off x="8159447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7"/>
            <p:cNvSpPr/>
            <p:nvPr/>
          </p:nvSpPr>
          <p:spPr>
            <a:xfrm>
              <a:off x="8912627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8912627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8912627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8912627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8912627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8912627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8912627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8912627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7"/>
            <p:cNvSpPr/>
            <p:nvPr/>
          </p:nvSpPr>
          <p:spPr>
            <a:xfrm>
              <a:off x="8912627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7"/>
            <p:cNvSpPr/>
            <p:nvPr/>
          </p:nvSpPr>
          <p:spPr>
            <a:xfrm>
              <a:off x="8912627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7"/>
            <p:cNvSpPr/>
            <p:nvPr/>
          </p:nvSpPr>
          <p:spPr>
            <a:xfrm>
              <a:off x="8912627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7"/>
            <p:cNvSpPr/>
            <p:nvPr/>
          </p:nvSpPr>
          <p:spPr>
            <a:xfrm>
              <a:off x="9640701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7"/>
            <p:cNvSpPr/>
            <p:nvPr/>
          </p:nvSpPr>
          <p:spPr>
            <a:xfrm>
              <a:off x="9640701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7"/>
            <p:cNvSpPr/>
            <p:nvPr/>
          </p:nvSpPr>
          <p:spPr>
            <a:xfrm>
              <a:off x="9640701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7"/>
            <p:cNvSpPr/>
            <p:nvPr/>
          </p:nvSpPr>
          <p:spPr>
            <a:xfrm>
              <a:off x="9640701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7"/>
            <p:cNvSpPr/>
            <p:nvPr/>
          </p:nvSpPr>
          <p:spPr>
            <a:xfrm>
              <a:off x="9640701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7"/>
            <p:cNvSpPr/>
            <p:nvPr/>
          </p:nvSpPr>
          <p:spPr>
            <a:xfrm>
              <a:off x="9640701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7"/>
            <p:cNvSpPr/>
            <p:nvPr/>
          </p:nvSpPr>
          <p:spPr>
            <a:xfrm>
              <a:off x="9640701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7"/>
            <p:cNvSpPr/>
            <p:nvPr/>
          </p:nvSpPr>
          <p:spPr>
            <a:xfrm>
              <a:off x="9640701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7"/>
            <p:cNvSpPr/>
            <p:nvPr/>
          </p:nvSpPr>
          <p:spPr>
            <a:xfrm>
              <a:off x="9640701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7"/>
            <p:cNvSpPr/>
            <p:nvPr/>
          </p:nvSpPr>
          <p:spPr>
            <a:xfrm>
              <a:off x="9640701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7"/>
            <p:cNvSpPr/>
            <p:nvPr/>
          </p:nvSpPr>
          <p:spPr>
            <a:xfrm>
              <a:off x="9640701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7"/>
            <p:cNvSpPr/>
            <p:nvPr/>
          </p:nvSpPr>
          <p:spPr>
            <a:xfrm>
              <a:off x="10393881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7"/>
            <p:cNvSpPr/>
            <p:nvPr/>
          </p:nvSpPr>
          <p:spPr>
            <a:xfrm>
              <a:off x="10393881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7"/>
            <p:cNvSpPr/>
            <p:nvPr/>
          </p:nvSpPr>
          <p:spPr>
            <a:xfrm>
              <a:off x="10393881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7"/>
            <p:cNvSpPr/>
            <p:nvPr/>
          </p:nvSpPr>
          <p:spPr>
            <a:xfrm>
              <a:off x="10393881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7"/>
            <p:cNvSpPr/>
            <p:nvPr/>
          </p:nvSpPr>
          <p:spPr>
            <a:xfrm>
              <a:off x="10393881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7"/>
            <p:cNvSpPr/>
            <p:nvPr/>
          </p:nvSpPr>
          <p:spPr>
            <a:xfrm>
              <a:off x="10393881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7"/>
            <p:cNvSpPr/>
            <p:nvPr/>
          </p:nvSpPr>
          <p:spPr>
            <a:xfrm>
              <a:off x="10393881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7"/>
            <p:cNvSpPr/>
            <p:nvPr/>
          </p:nvSpPr>
          <p:spPr>
            <a:xfrm>
              <a:off x="10393881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7"/>
            <p:cNvSpPr/>
            <p:nvPr/>
          </p:nvSpPr>
          <p:spPr>
            <a:xfrm>
              <a:off x="10393881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7"/>
            <p:cNvSpPr/>
            <p:nvPr/>
          </p:nvSpPr>
          <p:spPr>
            <a:xfrm>
              <a:off x="10393881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7"/>
            <p:cNvSpPr/>
            <p:nvPr/>
          </p:nvSpPr>
          <p:spPr>
            <a:xfrm>
              <a:off x="10393881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7"/>
            <p:cNvSpPr/>
            <p:nvPr/>
          </p:nvSpPr>
          <p:spPr>
            <a:xfrm>
              <a:off x="11121954" y="1049430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7"/>
            <p:cNvSpPr/>
            <p:nvPr/>
          </p:nvSpPr>
          <p:spPr>
            <a:xfrm>
              <a:off x="11121954" y="11247484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7"/>
            <p:cNvSpPr/>
            <p:nvPr/>
          </p:nvSpPr>
          <p:spPr>
            <a:xfrm>
              <a:off x="11121954" y="1200066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7"/>
            <p:cNvSpPr/>
            <p:nvPr/>
          </p:nvSpPr>
          <p:spPr>
            <a:xfrm>
              <a:off x="11121954" y="12778950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7"/>
            <p:cNvSpPr/>
            <p:nvPr/>
          </p:nvSpPr>
          <p:spPr>
            <a:xfrm>
              <a:off x="11121954" y="1353212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7"/>
            <p:cNvSpPr/>
            <p:nvPr/>
          </p:nvSpPr>
          <p:spPr>
            <a:xfrm>
              <a:off x="11121954" y="14285309"/>
              <a:ext cx="62866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7"/>
            <p:cNvSpPr/>
            <p:nvPr/>
          </p:nvSpPr>
          <p:spPr>
            <a:xfrm>
              <a:off x="11121954" y="15038489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7"/>
            <p:cNvSpPr/>
            <p:nvPr/>
          </p:nvSpPr>
          <p:spPr>
            <a:xfrm>
              <a:off x="11121954" y="15816775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7"/>
            <p:cNvSpPr/>
            <p:nvPr/>
          </p:nvSpPr>
          <p:spPr>
            <a:xfrm>
              <a:off x="11121954" y="16569954"/>
              <a:ext cx="62866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7"/>
            <p:cNvSpPr/>
            <p:nvPr/>
          </p:nvSpPr>
          <p:spPr>
            <a:xfrm>
              <a:off x="11121954" y="17323134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7"/>
            <p:cNvSpPr/>
            <p:nvPr/>
          </p:nvSpPr>
          <p:spPr>
            <a:xfrm>
              <a:off x="11121954" y="18076313"/>
              <a:ext cx="62866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1" y="21600"/>
                    <a:pt x="21600" y="16760"/>
                    <a:pt x="21600" y="10800"/>
                  </a:cubicBezTo>
                  <a:cubicBezTo>
                    <a:pt x="21600" y="4840"/>
                    <a:pt x="16761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7"/>
            <p:cNvSpPr/>
            <p:nvPr/>
          </p:nvSpPr>
          <p:spPr>
            <a:xfrm>
              <a:off x="11875134" y="10494304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7"/>
            <p:cNvSpPr/>
            <p:nvPr/>
          </p:nvSpPr>
          <p:spPr>
            <a:xfrm>
              <a:off x="11875134" y="1124748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1"/>
                    <a:pt x="4831" y="21600"/>
                    <a:pt x="10800" y="21600"/>
                  </a:cubicBezTo>
                  <a:cubicBezTo>
                    <a:pt x="16760" y="21600"/>
                    <a:pt x="21600" y="16761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7"/>
            <p:cNvSpPr/>
            <p:nvPr/>
          </p:nvSpPr>
          <p:spPr>
            <a:xfrm>
              <a:off x="11875134" y="1200066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7"/>
            <p:cNvSpPr/>
            <p:nvPr/>
          </p:nvSpPr>
          <p:spPr>
            <a:xfrm>
              <a:off x="11875134" y="12778950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39"/>
                    <a:pt x="16760" y="0"/>
                    <a:pt x="10800" y="0"/>
                  </a:cubicBezTo>
                  <a:cubicBezTo>
                    <a:pt x="4831" y="0"/>
                    <a:pt x="0" y="4839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7"/>
            <p:cNvSpPr/>
            <p:nvPr/>
          </p:nvSpPr>
          <p:spPr>
            <a:xfrm>
              <a:off x="11875134" y="1353212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7"/>
            <p:cNvSpPr/>
            <p:nvPr/>
          </p:nvSpPr>
          <p:spPr>
            <a:xfrm>
              <a:off x="11875134" y="14285309"/>
              <a:ext cx="62867" cy="6286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7"/>
            <p:cNvSpPr/>
            <p:nvPr/>
          </p:nvSpPr>
          <p:spPr>
            <a:xfrm>
              <a:off x="11875134" y="15038489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7"/>
            <p:cNvSpPr/>
            <p:nvPr/>
          </p:nvSpPr>
          <p:spPr>
            <a:xfrm>
              <a:off x="11875134" y="15816775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7"/>
            <p:cNvSpPr/>
            <p:nvPr/>
          </p:nvSpPr>
          <p:spPr>
            <a:xfrm>
              <a:off x="11875134" y="16569954"/>
              <a:ext cx="62867" cy="62866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7"/>
            <p:cNvSpPr/>
            <p:nvPr/>
          </p:nvSpPr>
          <p:spPr>
            <a:xfrm>
              <a:off x="11875134" y="17323134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7"/>
            <p:cNvSpPr/>
            <p:nvPr/>
          </p:nvSpPr>
          <p:spPr>
            <a:xfrm>
              <a:off x="11875134" y="18076313"/>
              <a:ext cx="62867" cy="6286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cubicBezTo>
                    <a:pt x="0" y="16760"/>
                    <a:pt x="4831" y="21600"/>
                    <a:pt x="10800" y="21600"/>
                  </a:cubicBezTo>
                  <a:cubicBezTo>
                    <a:pt x="16760" y="21600"/>
                    <a:pt x="21600" y="16760"/>
                    <a:pt x="21600" y="10800"/>
                  </a:cubicBezTo>
                  <a:cubicBezTo>
                    <a:pt x="21600" y="4840"/>
                    <a:pt x="16760" y="0"/>
                    <a:pt x="10800" y="0"/>
                  </a:cubicBezTo>
                  <a:cubicBezTo>
                    <a:pt x="4831" y="0"/>
                    <a:pt x="0" y="4840"/>
                    <a:pt x="0" y="10800"/>
                  </a:cubicBezTo>
                </a:path>
              </a:pathLst>
            </a:cu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7"/>
            <p:cNvSpPr/>
            <p:nvPr/>
          </p:nvSpPr>
          <p:spPr>
            <a:xfrm>
              <a:off x="2234433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7"/>
            <p:cNvSpPr/>
            <p:nvPr/>
          </p:nvSpPr>
          <p:spPr>
            <a:xfrm>
              <a:off x="1481253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7"/>
            <p:cNvSpPr/>
            <p:nvPr/>
          </p:nvSpPr>
          <p:spPr>
            <a:xfrm>
              <a:off x="753179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7"/>
            <p:cNvSpPr/>
            <p:nvPr/>
          </p:nvSpPr>
          <p:spPr>
            <a:xfrm>
              <a:off x="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7"/>
            <p:cNvSpPr/>
            <p:nvPr/>
          </p:nvSpPr>
          <p:spPr>
            <a:xfrm>
              <a:off x="2962507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7"/>
            <p:cNvSpPr/>
            <p:nvPr/>
          </p:nvSpPr>
          <p:spPr>
            <a:xfrm>
              <a:off x="3715686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7"/>
            <p:cNvSpPr/>
            <p:nvPr/>
          </p:nvSpPr>
          <p:spPr>
            <a:xfrm>
              <a:off x="444376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7"/>
            <p:cNvSpPr/>
            <p:nvPr/>
          </p:nvSpPr>
          <p:spPr>
            <a:xfrm>
              <a:off x="5196940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7"/>
            <p:cNvSpPr/>
            <p:nvPr/>
          </p:nvSpPr>
          <p:spPr>
            <a:xfrm>
              <a:off x="5925014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7"/>
            <p:cNvSpPr/>
            <p:nvPr/>
          </p:nvSpPr>
          <p:spPr>
            <a:xfrm>
              <a:off x="6678193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7"/>
            <p:cNvSpPr/>
            <p:nvPr/>
          </p:nvSpPr>
          <p:spPr>
            <a:xfrm>
              <a:off x="7406268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7"/>
            <p:cNvSpPr/>
            <p:nvPr/>
          </p:nvSpPr>
          <p:spPr>
            <a:xfrm>
              <a:off x="8159447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8912627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9640701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10393881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11121954" y="3740792"/>
              <a:ext cx="62866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11875134" y="3740792"/>
              <a:ext cx="62867" cy="62867"/>
            </a:xfrm>
            <a:prstGeom prst="ellipse">
              <a:avLst/>
            </a:prstGeom>
            <a:solidFill>
              <a:srgbClr val="1A57A5"/>
            </a:solidFill>
            <a:ln>
              <a:noFill/>
            </a:ln>
          </p:spPr>
          <p:txBody>
            <a:bodyPr spcFirstLastPara="1" wrap="square" lIns="53575" tIns="53575" rIns="53575" bIns="53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0"/>
                <a:buFont typeface="Arial"/>
                <a:buNone/>
              </a:pPr>
              <a:endParaRPr sz="7000" b="1" i="0" u="none" strike="noStrike" cap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6" name="Google Shape;1546;p17"/>
          <p:cNvSpPr/>
          <p:nvPr/>
        </p:nvSpPr>
        <p:spPr>
          <a:xfrm>
            <a:off x="2187706" y="4675518"/>
            <a:ext cx="17006757" cy="6978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endParaRPr sz="7000" b="1" i="0" u="none" strike="noStrike" cap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17"/>
          <p:cNvSpPr txBox="1"/>
          <p:nvPr/>
        </p:nvSpPr>
        <p:spPr>
          <a:xfrm>
            <a:off x="3100719" y="6399062"/>
            <a:ext cx="9492343" cy="165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12700" marR="1905" lvl="0" indent="0" algn="l" rtl="0">
              <a:lnSpc>
                <a:spcPct val="31884"/>
              </a:lnSpc>
              <a:spcBef>
                <a:spcPts val="0"/>
              </a:spcBef>
              <a:spcAft>
                <a:spcPts val="0"/>
              </a:spcAft>
              <a:buClr>
                <a:srgbClr val="A7A9AC"/>
              </a:buClr>
              <a:buSzPts val="13800"/>
              <a:buFont typeface="Arial"/>
              <a:buNone/>
            </a:pPr>
            <a:r>
              <a:rPr lang="en-US" sz="13800" b="1" i="0" u="none" strike="noStrike" cap="none">
                <a:solidFill>
                  <a:srgbClr val="A7A9AC"/>
                </a:solidFill>
                <a:latin typeface="Arial"/>
                <a:ea typeface="Arial"/>
                <a:cs typeface="Arial"/>
                <a:sym typeface="Arial"/>
              </a:rPr>
              <a:t>Thank  </a:t>
            </a:r>
            <a:r>
              <a:rPr lang="en-US" sz="13800" b="1" i="0" u="none" strike="noStrike" cap="none">
                <a:solidFill>
                  <a:srgbClr val="182535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sz="13800" b="1" i="0" u="none" strike="noStrike" cap="none">
              <a:solidFill>
                <a:srgbClr val="1825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8" name="Google Shape;15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6811" y="1508713"/>
            <a:ext cx="3633118" cy="16147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99">
            <a:extLst>
              <a:ext uri="{FF2B5EF4-FFF2-40B4-BE49-F238E27FC236}">
                <a16:creationId xmlns:a16="http://schemas.microsoft.com/office/drawing/2014/main" id="{DB9F1208-8B74-7B8C-848F-21E4B4AD75B0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524078" y="8580208"/>
            <a:ext cx="364810" cy="580717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60" y="7"/>
              </a:cxn>
              <a:cxn ang="0">
                <a:pos x="29" y="27"/>
              </a:cxn>
              <a:cxn ang="0">
                <a:pos x="7" y="59"/>
              </a:cxn>
              <a:cxn ang="0">
                <a:pos x="0" y="98"/>
              </a:cxn>
              <a:cxn ang="0">
                <a:pos x="0" y="116"/>
              </a:cxn>
              <a:cxn ang="0">
                <a:pos x="9" y="154"/>
              </a:cxn>
              <a:cxn ang="0">
                <a:pos x="31" y="208"/>
              </a:cxn>
              <a:cxn ang="0">
                <a:pos x="67" y="270"/>
              </a:cxn>
              <a:cxn ang="0">
                <a:pos x="98" y="311"/>
              </a:cxn>
              <a:cxn ang="0">
                <a:pos x="112" y="291"/>
              </a:cxn>
              <a:cxn ang="0">
                <a:pos x="147" y="241"/>
              </a:cxn>
              <a:cxn ang="0">
                <a:pos x="180" y="172"/>
              </a:cxn>
              <a:cxn ang="0">
                <a:pos x="190" y="134"/>
              </a:cxn>
              <a:cxn ang="0">
                <a:pos x="196" y="98"/>
              </a:cxn>
              <a:cxn ang="0">
                <a:pos x="194" y="78"/>
              </a:cxn>
              <a:cxn ang="0">
                <a:pos x="178" y="41"/>
              </a:cxn>
              <a:cxn ang="0">
                <a:pos x="152" y="16"/>
              </a:cxn>
              <a:cxn ang="0">
                <a:pos x="118" y="1"/>
              </a:cxn>
              <a:cxn ang="0">
                <a:pos x="98" y="0"/>
              </a:cxn>
              <a:cxn ang="0">
                <a:pos x="98" y="157"/>
              </a:cxn>
              <a:cxn ang="0">
                <a:pos x="74" y="152"/>
              </a:cxn>
              <a:cxn ang="0">
                <a:pos x="54" y="139"/>
              </a:cxn>
              <a:cxn ang="0">
                <a:pos x="42" y="119"/>
              </a:cxn>
              <a:cxn ang="0">
                <a:pos x="38" y="98"/>
              </a:cxn>
              <a:cxn ang="0">
                <a:pos x="38" y="85"/>
              </a:cxn>
              <a:cxn ang="0">
                <a:pos x="47" y="63"/>
              </a:cxn>
              <a:cxn ang="0">
                <a:pos x="64" y="47"/>
              </a:cxn>
              <a:cxn ang="0">
                <a:pos x="85" y="38"/>
              </a:cxn>
              <a:cxn ang="0">
                <a:pos x="98" y="36"/>
              </a:cxn>
              <a:cxn ang="0">
                <a:pos x="122" y="41"/>
              </a:cxn>
              <a:cxn ang="0">
                <a:pos x="140" y="54"/>
              </a:cxn>
              <a:cxn ang="0">
                <a:pos x="152" y="74"/>
              </a:cxn>
              <a:cxn ang="0">
                <a:pos x="158" y="98"/>
              </a:cxn>
              <a:cxn ang="0">
                <a:pos x="156" y="108"/>
              </a:cxn>
              <a:cxn ang="0">
                <a:pos x="147" y="130"/>
              </a:cxn>
              <a:cxn ang="0">
                <a:pos x="131" y="146"/>
              </a:cxn>
              <a:cxn ang="0">
                <a:pos x="109" y="156"/>
              </a:cxn>
              <a:cxn ang="0">
                <a:pos x="98" y="157"/>
              </a:cxn>
              <a:cxn ang="0">
                <a:pos x="60" y="98"/>
              </a:cxn>
              <a:cxn ang="0">
                <a:pos x="62" y="112"/>
              </a:cxn>
              <a:cxn ang="0">
                <a:pos x="71" y="123"/>
              </a:cxn>
              <a:cxn ang="0">
                <a:pos x="83" y="132"/>
              </a:cxn>
              <a:cxn ang="0">
                <a:pos x="98" y="134"/>
              </a:cxn>
              <a:cxn ang="0">
                <a:pos x="105" y="134"/>
              </a:cxn>
              <a:cxn ang="0">
                <a:pos x="118" y="128"/>
              </a:cxn>
              <a:cxn ang="0">
                <a:pos x="129" y="117"/>
              </a:cxn>
              <a:cxn ang="0">
                <a:pos x="134" y="105"/>
              </a:cxn>
              <a:cxn ang="0">
                <a:pos x="136" y="98"/>
              </a:cxn>
              <a:cxn ang="0">
                <a:pos x="132" y="81"/>
              </a:cxn>
              <a:cxn ang="0">
                <a:pos x="125" y="70"/>
              </a:cxn>
              <a:cxn ang="0">
                <a:pos x="112" y="61"/>
              </a:cxn>
              <a:cxn ang="0">
                <a:pos x="98" y="59"/>
              </a:cxn>
              <a:cxn ang="0">
                <a:pos x="89" y="59"/>
              </a:cxn>
              <a:cxn ang="0">
                <a:pos x="76" y="65"/>
              </a:cxn>
              <a:cxn ang="0">
                <a:pos x="65" y="76"/>
              </a:cxn>
              <a:cxn ang="0">
                <a:pos x="60" y="88"/>
              </a:cxn>
              <a:cxn ang="0">
                <a:pos x="60" y="98"/>
              </a:cxn>
            </a:cxnLst>
            <a:rect l="0" t="0" r="r" b="b"/>
            <a:pathLst>
              <a:path w="196" h="311">
                <a:moveTo>
                  <a:pt x="98" y="0"/>
                </a:moveTo>
                <a:lnTo>
                  <a:pt x="98" y="0"/>
                </a:lnTo>
                <a:lnTo>
                  <a:pt x="78" y="1"/>
                </a:lnTo>
                <a:lnTo>
                  <a:pt x="60" y="7"/>
                </a:lnTo>
                <a:lnTo>
                  <a:pt x="44" y="16"/>
                </a:lnTo>
                <a:lnTo>
                  <a:pt x="29" y="27"/>
                </a:lnTo>
                <a:lnTo>
                  <a:pt x="16" y="41"/>
                </a:lnTo>
                <a:lnTo>
                  <a:pt x="7" y="59"/>
                </a:lnTo>
                <a:lnTo>
                  <a:pt x="2" y="78"/>
                </a:lnTo>
                <a:lnTo>
                  <a:pt x="0" y="98"/>
                </a:lnTo>
                <a:lnTo>
                  <a:pt x="0" y="98"/>
                </a:lnTo>
                <a:lnTo>
                  <a:pt x="0" y="116"/>
                </a:lnTo>
                <a:lnTo>
                  <a:pt x="4" y="134"/>
                </a:lnTo>
                <a:lnTo>
                  <a:pt x="9" y="154"/>
                </a:lnTo>
                <a:lnTo>
                  <a:pt x="15" y="172"/>
                </a:lnTo>
                <a:lnTo>
                  <a:pt x="31" y="208"/>
                </a:lnTo>
                <a:lnTo>
                  <a:pt x="49" y="241"/>
                </a:lnTo>
                <a:lnTo>
                  <a:pt x="67" y="270"/>
                </a:lnTo>
                <a:lnTo>
                  <a:pt x="82" y="291"/>
                </a:lnTo>
                <a:lnTo>
                  <a:pt x="98" y="311"/>
                </a:lnTo>
                <a:lnTo>
                  <a:pt x="98" y="311"/>
                </a:lnTo>
                <a:lnTo>
                  <a:pt x="112" y="291"/>
                </a:lnTo>
                <a:lnTo>
                  <a:pt x="129" y="270"/>
                </a:lnTo>
                <a:lnTo>
                  <a:pt x="147" y="241"/>
                </a:lnTo>
                <a:lnTo>
                  <a:pt x="165" y="208"/>
                </a:lnTo>
                <a:lnTo>
                  <a:pt x="180" y="172"/>
                </a:lnTo>
                <a:lnTo>
                  <a:pt x="187" y="154"/>
                </a:lnTo>
                <a:lnTo>
                  <a:pt x="190" y="134"/>
                </a:lnTo>
                <a:lnTo>
                  <a:pt x="194" y="116"/>
                </a:lnTo>
                <a:lnTo>
                  <a:pt x="196" y="98"/>
                </a:lnTo>
                <a:lnTo>
                  <a:pt x="196" y="98"/>
                </a:lnTo>
                <a:lnTo>
                  <a:pt x="194" y="78"/>
                </a:lnTo>
                <a:lnTo>
                  <a:pt x="187" y="59"/>
                </a:lnTo>
                <a:lnTo>
                  <a:pt x="178" y="41"/>
                </a:lnTo>
                <a:lnTo>
                  <a:pt x="167" y="27"/>
                </a:lnTo>
                <a:lnTo>
                  <a:pt x="152" y="16"/>
                </a:lnTo>
                <a:lnTo>
                  <a:pt x="136" y="7"/>
                </a:lnTo>
                <a:lnTo>
                  <a:pt x="118" y="1"/>
                </a:lnTo>
                <a:lnTo>
                  <a:pt x="98" y="0"/>
                </a:lnTo>
                <a:lnTo>
                  <a:pt x="98" y="0"/>
                </a:lnTo>
                <a:close/>
                <a:moveTo>
                  <a:pt x="98" y="157"/>
                </a:moveTo>
                <a:lnTo>
                  <a:pt x="98" y="157"/>
                </a:lnTo>
                <a:lnTo>
                  <a:pt x="85" y="156"/>
                </a:lnTo>
                <a:lnTo>
                  <a:pt x="74" y="152"/>
                </a:lnTo>
                <a:lnTo>
                  <a:pt x="64" y="146"/>
                </a:lnTo>
                <a:lnTo>
                  <a:pt x="54" y="139"/>
                </a:lnTo>
                <a:lnTo>
                  <a:pt x="47" y="130"/>
                </a:lnTo>
                <a:lnTo>
                  <a:pt x="42" y="119"/>
                </a:lnTo>
                <a:lnTo>
                  <a:pt x="38" y="108"/>
                </a:lnTo>
                <a:lnTo>
                  <a:pt x="38" y="98"/>
                </a:lnTo>
                <a:lnTo>
                  <a:pt x="38" y="98"/>
                </a:lnTo>
                <a:lnTo>
                  <a:pt x="38" y="85"/>
                </a:lnTo>
                <a:lnTo>
                  <a:pt x="42" y="74"/>
                </a:lnTo>
                <a:lnTo>
                  <a:pt x="47" y="63"/>
                </a:lnTo>
                <a:lnTo>
                  <a:pt x="54" y="54"/>
                </a:lnTo>
                <a:lnTo>
                  <a:pt x="64" y="47"/>
                </a:lnTo>
                <a:lnTo>
                  <a:pt x="74" y="41"/>
                </a:lnTo>
                <a:lnTo>
                  <a:pt x="85" y="38"/>
                </a:lnTo>
                <a:lnTo>
                  <a:pt x="98" y="36"/>
                </a:lnTo>
                <a:lnTo>
                  <a:pt x="98" y="36"/>
                </a:lnTo>
                <a:lnTo>
                  <a:pt x="109" y="38"/>
                </a:lnTo>
                <a:lnTo>
                  <a:pt x="122" y="41"/>
                </a:lnTo>
                <a:lnTo>
                  <a:pt x="131" y="47"/>
                </a:lnTo>
                <a:lnTo>
                  <a:pt x="140" y="54"/>
                </a:lnTo>
                <a:lnTo>
                  <a:pt x="147" y="63"/>
                </a:lnTo>
                <a:lnTo>
                  <a:pt x="152" y="74"/>
                </a:lnTo>
                <a:lnTo>
                  <a:pt x="156" y="85"/>
                </a:lnTo>
                <a:lnTo>
                  <a:pt x="158" y="98"/>
                </a:lnTo>
                <a:lnTo>
                  <a:pt x="158" y="98"/>
                </a:lnTo>
                <a:lnTo>
                  <a:pt x="156" y="108"/>
                </a:lnTo>
                <a:lnTo>
                  <a:pt x="152" y="119"/>
                </a:lnTo>
                <a:lnTo>
                  <a:pt x="147" y="130"/>
                </a:lnTo>
                <a:lnTo>
                  <a:pt x="140" y="139"/>
                </a:lnTo>
                <a:lnTo>
                  <a:pt x="131" y="146"/>
                </a:lnTo>
                <a:lnTo>
                  <a:pt x="122" y="152"/>
                </a:lnTo>
                <a:lnTo>
                  <a:pt x="109" y="156"/>
                </a:lnTo>
                <a:lnTo>
                  <a:pt x="98" y="157"/>
                </a:lnTo>
                <a:lnTo>
                  <a:pt x="98" y="157"/>
                </a:lnTo>
                <a:close/>
                <a:moveTo>
                  <a:pt x="60" y="98"/>
                </a:moveTo>
                <a:lnTo>
                  <a:pt x="60" y="98"/>
                </a:lnTo>
                <a:lnTo>
                  <a:pt x="60" y="105"/>
                </a:lnTo>
                <a:lnTo>
                  <a:pt x="62" y="112"/>
                </a:lnTo>
                <a:lnTo>
                  <a:pt x="65" y="117"/>
                </a:lnTo>
                <a:lnTo>
                  <a:pt x="71" y="123"/>
                </a:lnTo>
                <a:lnTo>
                  <a:pt x="76" y="128"/>
                </a:lnTo>
                <a:lnTo>
                  <a:pt x="83" y="132"/>
                </a:lnTo>
                <a:lnTo>
                  <a:pt x="89" y="134"/>
                </a:lnTo>
                <a:lnTo>
                  <a:pt x="98" y="134"/>
                </a:lnTo>
                <a:lnTo>
                  <a:pt x="98" y="134"/>
                </a:lnTo>
                <a:lnTo>
                  <a:pt x="105" y="134"/>
                </a:lnTo>
                <a:lnTo>
                  <a:pt x="112" y="132"/>
                </a:lnTo>
                <a:lnTo>
                  <a:pt x="118" y="128"/>
                </a:lnTo>
                <a:lnTo>
                  <a:pt x="125" y="123"/>
                </a:lnTo>
                <a:lnTo>
                  <a:pt x="129" y="117"/>
                </a:lnTo>
                <a:lnTo>
                  <a:pt x="132" y="112"/>
                </a:lnTo>
                <a:lnTo>
                  <a:pt x="134" y="105"/>
                </a:lnTo>
                <a:lnTo>
                  <a:pt x="136" y="98"/>
                </a:lnTo>
                <a:lnTo>
                  <a:pt x="136" y="98"/>
                </a:lnTo>
                <a:lnTo>
                  <a:pt x="134" y="88"/>
                </a:lnTo>
                <a:lnTo>
                  <a:pt x="132" y="81"/>
                </a:lnTo>
                <a:lnTo>
                  <a:pt x="129" y="76"/>
                </a:lnTo>
                <a:lnTo>
                  <a:pt x="125" y="70"/>
                </a:lnTo>
                <a:lnTo>
                  <a:pt x="118" y="65"/>
                </a:lnTo>
                <a:lnTo>
                  <a:pt x="112" y="61"/>
                </a:lnTo>
                <a:lnTo>
                  <a:pt x="105" y="59"/>
                </a:lnTo>
                <a:lnTo>
                  <a:pt x="98" y="59"/>
                </a:lnTo>
                <a:lnTo>
                  <a:pt x="98" y="59"/>
                </a:lnTo>
                <a:lnTo>
                  <a:pt x="89" y="59"/>
                </a:lnTo>
                <a:lnTo>
                  <a:pt x="83" y="61"/>
                </a:lnTo>
                <a:lnTo>
                  <a:pt x="76" y="65"/>
                </a:lnTo>
                <a:lnTo>
                  <a:pt x="71" y="70"/>
                </a:lnTo>
                <a:lnTo>
                  <a:pt x="65" y="76"/>
                </a:lnTo>
                <a:lnTo>
                  <a:pt x="62" y="81"/>
                </a:lnTo>
                <a:lnTo>
                  <a:pt x="60" y="88"/>
                </a:lnTo>
                <a:lnTo>
                  <a:pt x="60" y="98"/>
                </a:lnTo>
                <a:lnTo>
                  <a:pt x="60" y="9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8492B-8A05-5ED9-BF27-A08B6452DAB6}"/>
              </a:ext>
            </a:extLst>
          </p:cNvPr>
          <p:cNvSpPr txBox="1"/>
          <p:nvPr/>
        </p:nvSpPr>
        <p:spPr>
          <a:xfrm>
            <a:off x="4224938" y="8813262"/>
            <a:ext cx="525394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>
                <a:solidFill>
                  <a:schemeClr val="bg2"/>
                </a:solidFill>
                <a:ea typeface="Times New Roman" panose="02020603050405020304" pitchFamily="18" charset="0"/>
              </a:rPr>
              <a:t>5051 Peachtree Corners Circle, Suite 200, Peachtree Corners, Georgia, USA</a:t>
            </a:r>
            <a:endParaRPr lang="id-ID" sz="1800">
              <a:solidFill>
                <a:schemeClr val="bg2"/>
              </a:solidFill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8D39EE-371F-36BE-8468-4B769D774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938" y="8518567"/>
            <a:ext cx="3377134" cy="55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  <a:latin typeface="+mj-lt"/>
              </a:rPr>
              <a:t>Address</a:t>
            </a:r>
            <a:endParaRPr lang="id-ID" altLang="en-US">
              <a:solidFill>
                <a:schemeClr val="bg2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C769C-F1F3-96E8-0817-68F2FDE181EA}"/>
              </a:ext>
            </a:extLst>
          </p:cNvPr>
          <p:cNvSpPr txBox="1"/>
          <p:nvPr/>
        </p:nvSpPr>
        <p:spPr>
          <a:xfrm>
            <a:off x="10066157" y="8951959"/>
            <a:ext cx="2752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>
                <a:solidFill>
                  <a:schemeClr val="bg2"/>
                </a:solidFill>
                <a:ea typeface="Times New Roman" panose="02020603050405020304" pitchFamily="18" charset="0"/>
              </a:rPr>
              <a:t>+1(470)4471627 </a:t>
            </a:r>
            <a:endParaRPr lang="id-ID" sz="1800">
              <a:solidFill>
                <a:schemeClr val="bg2"/>
              </a:solidFill>
              <a:ea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800E0D-D576-B612-CC21-C3660EB05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6157" y="8661838"/>
            <a:ext cx="3377134" cy="55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  <a:latin typeface="+mj-lt"/>
              </a:rPr>
              <a:t>Phone Number</a:t>
            </a:r>
            <a:endParaRPr lang="id-ID" altLang="en-US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72F6D-9031-DC62-4FDC-13B87624A4C9}"/>
              </a:ext>
            </a:extLst>
          </p:cNvPr>
          <p:cNvSpPr txBox="1"/>
          <p:nvPr/>
        </p:nvSpPr>
        <p:spPr>
          <a:xfrm>
            <a:off x="14317844" y="8858529"/>
            <a:ext cx="5253944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solidFill>
                  <a:schemeClr val="bg2"/>
                </a:solidFill>
                <a:ea typeface="Times New Roman" panose="02020603050405020304" pitchFamily="18" charset="0"/>
              </a:rPr>
              <a:t>www.cambridgetech.com</a:t>
            </a:r>
            <a:endParaRPr lang="id-ID" sz="2000">
              <a:solidFill>
                <a:schemeClr val="bg2"/>
              </a:solidFill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2914C-13B0-7023-879E-3F0014B1B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7844" y="8661838"/>
            <a:ext cx="3377134" cy="55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" panose="020F05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" panose="020F0502020204030203" pitchFamily="34" charset="0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  <a:latin typeface="+mj-lt"/>
              </a:rPr>
              <a:t>Website</a:t>
            </a:r>
            <a:endParaRPr lang="id-ID" alt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11" name="Group 1584">
            <a:extLst>
              <a:ext uri="{FF2B5EF4-FFF2-40B4-BE49-F238E27FC236}">
                <a16:creationId xmlns:a16="http://schemas.microsoft.com/office/drawing/2014/main" id="{20968FA0-A8DE-6209-F19A-07B36A6B3F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65300" y="8835578"/>
            <a:ext cx="483364" cy="482513"/>
            <a:chOff x="587" y="3409"/>
            <a:chExt cx="569" cy="568"/>
          </a:xfrm>
          <a:solidFill>
            <a:schemeClr val="bg1"/>
          </a:solidFill>
        </p:grpSpPr>
        <p:sp>
          <p:nvSpPr>
            <p:cNvPr id="12" name="Freeform 1586">
              <a:extLst>
                <a:ext uri="{FF2B5EF4-FFF2-40B4-BE49-F238E27FC236}">
                  <a16:creationId xmlns:a16="http://schemas.microsoft.com/office/drawing/2014/main" id="{36527256-AC1A-6F67-9CB6-8BA8041BE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" y="3463"/>
              <a:ext cx="514" cy="514"/>
            </a:xfrm>
            <a:custGeom>
              <a:avLst/>
              <a:gdLst>
                <a:gd name="T0" fmla="*/ 641 w 3087"/>
                <a:gd name="T1" fmla="*/ 14 h 3085"/>
                <a:gd name="T2" fmla="*/ 747 w 3087"/>
                <a:gd name="T3" fmla="*/ 82 h 3085"/>
                <a:gd name="T4" fmla="*/ 1052 w 3087"/>
                <a:gd name="T5" fmla="*/ 385 h 3085"/>
                <a:gd name="T6" fmla="*/ 1206 w 3087"/>
                <a:gd name="T7" fmla="*/ 558 h 3085"/>
                <a:gd name="T8" fmla="*/ 1238 w 3087"/>
                <a:gd name="T9" fmla="*/ 671 h 3085"/>
                <a:gd name="T10" fmla="*/ 1206 w 3087"/>
                <a:gd name="T11" fmla="*/ 783 h 3085"/>
                <a:gd name="T12" fmla="*/ 1027 w 3087"/>
                <a:gd name="T13" fmla="*/ 980 h 3085"/>
                <a:gd name="T14" fmla="*/ 884 w 3087"/>
                <a:gd name="T15" fmla="*/ 1130 h 3085"/>
                <a:gd name="T16" fmla="*/ 888 w 3087"/>
                <a:gd name="T17" fmla="*/ 1171 h 3085"/>
                <a:gd name="T18" fmla="*/ 989 w 3087"/>
                <a:gd name="T19" fmla="*/ 1361 h 3085"/>
                <a:gd name="T20" fmla="*/ 1115 w 3087"/>
                <a:gd name="T21" fmla="*/ 1534 h 3085"/>
                <a:gd name="T22" fmla="*/ 1330 w 3087"/>
                <a:gd name="T23" fmla="*/ 1773 h 3085"/>
                <a:gd name="T24" fmla="*/ 1571 w 3087"/>
                <a:gd name="T25" fmla="*/ 1985 h 3085"/>
                <a:gd name="T26" fmla="*/ 1788 w 3087"/>
                <a:gd name="T27" fmla="*/ 2133 h 3085"/>
                <a:gd name="T28" fmla="*/ 1913 w 3087"/>
                <a:gd name="T29" fmla="*/ 2196 h 3085"/>
                <a:gd name="T30" fmla="*/ 1957 w 3087"/>
                <a:gd name="T31" fmla="*/ 2202 h 3085"/>
                <a:gd name="T32" fmla="*/ 2108 w 3087"/>
                <a:gd name="T33" fmla="*/ 2056 h 3085"/>
                <a:gd name="T34" fmla="*/ 2298 w 3087"/>
                <a:gd name="T35" fmla="*/ 1881 h 3085"/>
                <a:gd name="T36" fmla="*/ 2398 w 3087"/>
                <a:gd name="T37" fmla="*/ 1848 h 3085"/>
                <a:gd name="T38" fmla="*/ 2500 w 3087"/>
                <a:gd name="T39" fmla="*/ 1865 h 3085"/>
                <a:gd name="T40" fmla="*/ 2597 w 3087"/>
                <a:gd name="T41" fmla="*/ 1930 h 3085"/>
                <a:gd name="T42" fmla="*/ 3031 w 3087"/>
                <a:gd name="T43" fmla="*/ 2367 h 3085"/>
                <a:gd name="T44" fmla="*/ 3081 w 3087"/>
                <a:gd name="T45" fmla="*/ 2467 h 3085"/>
                <a:gd name="T46" fmla="*/ 3081 w 3087"/>
                <a:gd name="T47" fmla="*/ 2571 h 3085"/>
                <a:gd name="T48" fmla="*/ 3030 w 3087"/>
                <a:gd name="T49" fmla="*/ 2671 h 3085"/>
                <a:gd name="T50" fmla="*/ 2885 w 3087"/>
                <a:gd name="T51" fmla="*/ 2818 h 3085"/>
                <a:gd name="T52" fmla="*/ 2735 w 3087"/>
                <a:gd name="T53" fmla="*/ 2973 h 3085"/>
                <a:gd name="T54" fmla="*/ 2615 w 3087"/>
                <a:gd name="T55" fmla="*/ 3049 h 3085"/>
                <a:gd name="T56" fmla="*/ 2479 w 3087"/>
                <a:gd name="T57" fmla="*/ 3083 h 3085"/>
                <a:gd name="T58" fmla="*/ 2299 w 3087"/>
                <a:gd name="T59" fmla="*/ 3076 h 3085"/>
                <a:gd name="T60" fmla="*/ 2062 w 3087"/>
                <a:gd name="T61" fmla="*/ 3025 h 3085"/>
                <a:gd name="T62" fmla="*/ 1834 w 3087"/>
                <a:gd name="T63" fmla="*/ 2938 h 3085"/>
                <a:gd name="T64" fmla="*/ 1529 w 3087"/>
                <a:gd name="T65" fmla="*/ 2780 h 3085"/>
                <a:gd name="T66" fmla="*/ 1205 w 3087"/>
                <a:gd name="T67" fmla="*/ 2565 h 3085"/>
                <a:gd name="T68" fmla="*/ 909 w 3087"/>
                <a:gd name="T69" fmla="*/ 2314 h 3085"/>
                <a:gd name="T70" fmla="*/ 640 w 3087"/>
                <a:gd name="T71" fmla="*/ 2028 h 3085"/>
                <a:gd name="T72" fmla="*/ 424 w 3087"/>
                <a:gd name="T73" fmla="*/ 1745 h 3085"/>
                <a:gd name="T74" fmla="*/ 240 w 3087"/>
                <a:gd name="T75" fmla="*/ 1443 h 3085"/>
                <a:gd name="T76" fmla="*/ 93 w 3087"/>
                <a:gd name="T77" fmla="*/ 1118 h 3085"/>
                <a:gd name="T78" fmla="*/ 28 w 3087"/>
                <a:gd name="T79" fmla="*/ 907 h 3085"/>
                <a:gd name="T80" fmla="*/ 0 w 3087"/>
                <a:gd name="T81" fmla="*/ 687 h 3085"/>
                <a:gd name="T82" fmla="*/ 18 w 3087"/>
                <a:gd name="T83" fmla="*/ 523 h 3085"/>
                <a:gd name="T84" fmla="*/ 73 w 3087"/>
                <a:gd name="T85" fmla="*/ 404 h 3085"/>
                <a:gd name="T86" fmla="*/ 217 w 3087"/>
                <a:gd name="T87" fmla="*/ 251 h 3085"/>
                <a:gd name="T88" fmla="*/ 420 w 3087"/>
                <a:gd name="T89" fmla="*/ 53 h 3085"/>
                <a:gd name="T90" fmla="*/ 529 w 3087"/>
                <a:gd name="T91" fmla="*/ 3 h 3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87" h="3085">
                  <a:moveTo>
                    <a:pt x="566" y="0"/>
                  </a:moveTo>
                  <a:lnTo>
                    <a:pt x="604" y="3"/>
                  </a:lnTo>
                  <a:lnTo>
                    <a:pt x="641" y="14"/>
                  </a:lnTo>
                  <a:lnTo>
                    <a:pt x="678" y="29"/>
                  </a:lnTo>
                  <a:lnTo>
                    <a:pt x="713" y="52"/>
                  </a:lnTo>
                  <a:lnTo>
                    <a:pt x="747" y="82"/>
                  </a:lnTo>
                  <a:lnTo>
                    <a:pt x="850" y="184"/>
                  </a:lnTo>
                  <a:lnTo>
                    <a:pt x="952" y="287"/>
                  </a:lnTo>
                  <a:lnTo>
                    <a:pt x="1052" y="385"/>
                  </a:lnTo>
                  <a:lnTo>
                    <a:pt x="1150" y="485"/>
                  </a:lnTo>
                  <a:lnTo>
                    <a:pt x="1183" y="521"/>
                  </a:lnTo>
                  <a:lnTo>
                    <a:pt x="1206" y="558"/>
                  </a:lnTo>
                  <a:lnTo>
                    <a:pt x="1224" y="595"/>
                  </a:lnTo>
                  <a:lnTo>
                    <a:pt x="1235" y="632"/>
                  </a:lnTo>
                  <a:lnTo>
                    <a:pt x="1238" y="671"/>
                  </a:lnTo>
                  <a:lnTo>
                    <a:pt x="1235" y="708"/>
                  </a:lnTo>
                  <a:lnTo>
                    <a:pt x="1224" y="746"/>
                  </a:lnTo>
                  <a:lnTo>
                    <a:pt x="1206" y="783"/>
                  </a:lnTo>
                  <a:lnTo>
                    <a:pt x="1183" y="819"/>
                  </a:lnTo>
                  <a:lnTo>
                    <a:pt x="1151" y="855"/>
                  </a:lnTo>
                  <a:lnTo>
                    <a:pt x="1027" y="980"/>
                  </a:lnTo>
                  <a:lnTo>
                    <a:pt x="901" y="1105"/>
                  </a:lnTo>
                  <a:lnTo>
                    <a:pt x="891" y="1117"/>
                  </a:lnTo>
                  <a:lnTo>
                    <a:pt x="884" y="1130"/>
                  </a:lnTo>
                  <a:lnTo>
                    <a:pt x="881" y="1142"/>
                  </a:lnTo>
                  <a:lnTo>
                    <a:pt x="883" y="1156"/>
                  </a:lnTo>
                  <a:lnTo>
                    <a:pt x="888" y="1171"/>
                  </a:lnTo>
                  <a:lnTo>
                    <a:pt x="919" y="1237"/>
                  </a:lnTo>
                  <a:lnTo>
                    <a:pt x="952" y="1300"/>
                  </a:lnTo>
                  <a:lnTo>
                    <a:pt x="989" y="1361"/>
                  </a:lnTo>
                  <a:lnTo>
                    <a:pt x="1029" y="1420"/>
                  </a:lnTo>
                  <a:lnTo>
                    <a:pt x="1070" y="1478"/>
                  </a:lnTo>
                  <a:lnTo>
                    <a:pt x="1115" y="1534"/>
                  </a:lnTo>
                  <a:lnTo>
                    <a:pt x="1185" y="1617"/>
                  </a:lnTo>
                  <a:lnTo>
                    <a:pt x="1256" y="1697"/>
                  </a:lnTo>
                  <a:lnTo>
                    <a:pt x="1330" y="1773"/>
                  </a:lnTo>
                  <a:lnTo>
                    <a:pt x="1408" y="1847"/>
                  </a:lnTo>
                  <a:lnTo>
                    <a:pt x="1488" y="1918"/>
                  </a:lnTo>
                  <a:lnTo>
                    <a:pt x="1571" y="1985"/>
                  </a:lnTo>
                  <a:lnTo>
                    <a:pt x="1657" y="2050"/>
                  </a:lnTo>
                  <a:lnTo>
                    <a:pt x="1748" y="2109"/>
                  </a:lnTo>
                  <a:lnTo>
                    <a:pt x="1788" y="2133"/>
                  </a:lnTo>
                  <a:lnTo>
                    <a:pt x="1830" y="2153"/>
                  </a:lnTo>
                  <a:lnTo>
                    <a:pt x="1872" y="2174"/>
                  </a:lnTo>
                  <a:lnTo>
                    <a:pt x="1913" y="2196"/>
                  </a:lnTo>
                  <a:lnTo>
                    <a:pt x="1929" y="2202"/>
                  </a:lnTo>
                  <a:lnTo>
                    <a:pt x="1943" y="2204"/>
                  </a:lnTo>
                  <a:lnTo>
                    <a:pt x="1957" y="2202"/>
                  </a:lnTo>
                  <a:lnTo>
                    <a:pt x="1969" y="2195"/>
                  </a:lnTo>
                  <a:lnTo>
                    <a:pt x="1983" y="2182"/>
                  </a:lnTo>
                  <a:lnTo>
                    <a:pt x="2108" y="2056"/>
                  </a:lnTo>
                  <a:lnTo>
                    <a:pt x="2235" y="1930"/>
                  </a:lnTo>
                  <a:lnTo>
                    <a:pt x="2266" y="1903"/>
                  </a:lnTo>
                  <a:lnTo>
                    <a:pt x="2298" y="1881"/>
                  </a:lnTo>
                  <a:lnTo>
                    <a:pt x="2331" y="1865"/>
                  </a:lnTo>
                  <a:lnTo>
                    <a:pt x="2365" y="1853"/>
                  </a:lnTo>
                  <a:lnTo>
                    <a:pt x="2398" y="1848"/>
                  </a:lnTo>
                  <a:lnTo>
                    <a:pt x="2433" y="1848"/>
                  </a:lnTo>
                  <a:lnTo>
                    <a:pt x="2467" y="1853"/>
                  </a:lnTo>
                  <a:lnTo>
                    <a:pt x="2500" y="1865"/>
                  </a:lnTo>
                  <a:lnTo>
                    <a:pt x="2534" y="1881"/>
                  </a:lnTo>
                  <a:lnTo>
                    <a:pt x="2566" y="1903"/>
                  </a:lnTo>
                  <a:lnTo>
                    <a:pt x="2597" y="1930"/>
                  </a:lnTo>
                  <a:lnTo>
                    <a:pt x="2801" y="2133"/>
                  </a:lnTo>
                  <a:lnTo>
                    <a:pt x="3003" y="2335"/>
                  </a:lnTo>
                  <a:lnTo>
                    <a:pt x="3031" y="2367"/>
                  </a:lnTo>
                  <a:lnTo>
                    <a:pt x="3054" y="2399"/>
                  </a:lnTo>
                  <a:lnTo>
                    <a:pt x="3071" y="2434"/>
                  </a:lnTo>
                  <a:lnTo>
                    <a:pt x="3081" y="2467"/>
                  </a:lnTo>
                  <a:lnTo>
                    <a:pt x="3087" y="2501"/>
                  </a:lnTo>
                  <a:lnTo>
                    <a:pt x="3087" y="2536"/>
                  </a:lnTo>
                  <a:lnTo>
                    <a:pt x="3081" y="2571"/>
                  </a:lnTo>
                  <a:lnTo>
                    <a:pt x="3070" y="2605"/>
                  </a:lnTo>
                  <a:lnTo>
                    <a:pt x="3053" y="2638"/>
                  </a:lnTo>
                  <a:lnTo>
                    <a:pt x="3030" y="2671"/>
                  </a:lnTo>
                  <a:lnTo>
                    <a:pt x="3002" y="2704"/>
                  </a:lnTo>
                  <a:lnTo>
                    <a:pt x="2944" y="2761"/>
                  </a:lnTo>
                  <a:lnTo>
                    <a:pt x="2885" y="2818"/>
                  </a:lnTo>
                  <a:lnTo>
                    <a:pt x="2827" y="2876"/>
                  </a:lnTo>
                  <a:lnTo>
                    <a:pt x="2772" y="2935"/>
                  </a:lnTo>
                  <a:lnTo>
                    <a:pt x="2735" y="2973"/>
                  </a:lnTo>
                  <a:lnTo>
                    <a:pt x="2697" y="3003"/>
                  </a:lnTo>
                  <a:lnTo>
                    <a:pt x="2656" y="3029"/>
                  </a:lnTo>
                  <a:lnTo>
                    <a:pt x="2615" y="3049"/>
                  </a:lnTo>
                  <a:lnTo>
                    <a:pt x="2571" y="3065"/>
                  </a:lnTo>
                  <a:lnTo>
                    <a:pt x="2526" y="3075"/>
                  </a:lnTo>
                  <a:lnTo>
                    <a:pt x="2479" y="3083"/>
                  </a:lnTo>
                  <a:lnTo>
                    <a:pt x="2431" y="3085"/>
                  </a:lnTo>
                  <a:lnTo>
                    <a:pt x="2381" y="3084"/>
                  </a:lnTo>
                  <a:lnTo>
                    <a:pt x="2299" y="3076"/>
                  </a:lnTo>
                  <a:lnTo>
                    <a:pt x="2219" y="3064"/>
                  </a:lnTo>
                  <a:lnTo>
                    <a:pt x="2139" y="3046"/>
                  </a:lnTo>
                  <a:lnTo>
                    <a:pt x="2062" y="3025"/>
                  </a:lnTo>
                  <a:lnTo>
                    <a:pt x="1985" y="3000"/>
                  </a:lnTo>
                  <a:lnTo>
                    <a:pt x="1909" y="2970"/>
                  </a:lnTo>
                  <a:lnTo>
                    <a:pt x="1834" y="2938"/>
                  </a:lnTo>
                  <a:lnTo>
                    <a:pt x="1760" y="2904"/>
                  </a:lnTo>
                  <a:lnTo>
                    <a:pt x="1643" y="2844"/>
                  </a:lnTo>
                  <a:lnTo>
                    <a:pt x="1529" y="2780"/>
                  </a:lnTo>
                  <a:lnTo>
                    <a:pt x="1418" y="2712"/>
                  </a:lnTo>
                  <a:lnTo>
                    <a:pt x="1310" y="2640"/>
                  </a:lnTo>
                  <a:lnTo>
                    <a:pt x="1205" y="2565"/>
                  </a:lnTo>
                  <a:lnTo>
                    <a:pt x="1104" y="2486"/>
                  </a:lnTo>
                  <a:lnTo>
                    <a:pt x="1005" y="2402"/>
                  </a:lnTo>
                  <a:lnTo>
                    <a:pt x="909" y="2314"/>
                  </a:lnTo>
                  <a:lnTo>
                    <a:pt x="817" y="2223"/>
                  </a:lnTo>
                  <a:lnTo>
                    <a:pt x="726" y="2127"/>
                  </a:lnTo>
                  <a:lnTo>
                    <a:pt x="640" y="2028"/>
                  </a:lnTo>
                  <a:lnTo>
                    <a:pt x="565" y="1935"/>
                  </a:lnTo>
                  <a:lnTo>
                    <a:pt x="493" y="1842"/>
                  </a:lnTo>
                  <a:lnTo>
                    <a:pt x="424" y="1745"/>
                  </a:lnTo>
                  <a:lnTo>
                    <a:pt x="358" y="1647"/>
                  </a:lnTo>
                  <a:lnTo>
                    <a:pt x="297" y="1546"/>
                  </a:lnTo>
                  <a:lnTo>
                    <a:pt x="240" y="1443"/>
                  </a:lnTo>
                  <a:lnTo>
                    <a:pt x="187" y="1337"/>
                  </a:lnTo>
                  <a:lnTo>
                    <a:pt x="138" y="1229"/>
                  </a:lnTo>
                  <a:lnTo>
                    <a:pt x="93" y="1118"/>
                  </a:lnTo>
                  <a:lnTo>
                    <a:pt x="69" y="1049"/>
                  </a:lnTo>
                  <a:lnTo>
                    <a:pt x="47" y="978"/>
                  </a:lnTo>
                  <a:lnTo>
                    <a:pt x="28" y="907"/>
                  </a:lnTo>
                  <a:lnTo>
                    <a:pt x="13" y="835"/>
                  </a:lnTo>
                  <a:lnTo>
                    <a:pt x="4" y="761"/>
                  </a:lnTo>
                  <a:lnTo>
                    <a:pt x="0" y="687"/>
                  </a:lnTo>
                  <a:lnTo>
                    <a:pt x="3" y="613"/>
                  </a:lnTo>
                  <a:lnTo>
                    <a:pt x="8" y="567"/>
                  </a:lnTo>
                  <a:lnTo>
                    <a:pt x="18" y="523"/>
                  </a:lnTo>
                  <a:lnTo>
                    <a:pt x="32" y="481"/>
                  </a:lnTo>
                  <a:lnTo>
                    <a:pt x="50" y="441"/>
                  </a:lnTo>
                  <a:lnTo>
                    <a:pt x="73" y="404"/>
                  </a:lnTo>
                  <a:lnTo>
                    <a:pt x="100" y="369"/>
                  </a:lnTo>
                  <a:lnTo>
                    <a:pt x="132" y="335"/>
                  </a:lnTo>
                  <a:lnTo>
                    <a:pt x="217" y="251"/>
                  </a:lnTo>
                  <a:lnTo>
                    <a:pt x="301" y="167"/>
                  </a:lnTo>
                  <a:lnTo>
                    <a:pt x="386" y="82"/>
                  </a:lnTo>
                  <a:lnTo>
                    <a:pt x="420" y="53"/>
                  </a:lnTo>
                  <a:lnTo>
                    <a:pt x="455" y="30"/>
                  </a:lnTo>
                  <a:lnTo>
                    <a:pt x="492" y="14"/>
                  </a:lnTo>
                  <a:lnTo>
                    <a:pt x="529" y="3"/>
                  </a:lnTo>
                  <a:lnTo>
                    <a:pt x="5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3" name="Freeform 1587">
              <a:extLst>
                <a:ext uri="{FF2B5EF4-FFF2-40B4-BE49-F238E27FC236}">
                  <a16:creationId xmlns:a16="http://schemas.microsoft.com/office/drawing/2014/main" id="{C0C94AAC-E41E-C551-DDEC-D3495FC62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" y="3522"/>
              <a:ext cx="172" cy="169"/>
            </a:xfrm>
            <a:custGeom>
              <a:avLst/>
              <a:gdLst>
                <a:gd name="T0" fmla="*/ 37 w 1033"/>
                <a:gd name="T1" fmla="*/ 0 h 1010"/>
                <a:gd name="T2" fmla="*/ 112 w 1033"/>
                <a:gd name="T3" fmla="*/ 14 h 1010"/>
                <a:gd name="T4" fmla="*/ 187 w 1033"/>
                <a:gd name="T5" fmla="*/ 31 h 1010"/>
                <a:gd name="T6" fmla="*/ 258 w 1033"/>
                <a:gd name="T7" fmla="*/ 53 h 1010"/>
                <a:gd name="T8" fmla="*/ 329 w 1033"/>
                <a:gd name="T9" fmla="*/ 80 h 1010"/>
                <a:gd name="T10" fmla="*/ 398 w 1033"/>
                <a:gd name="T11" fmla="*/ 112 h 1010"/>
                <a:gd name="T12" fmla="*/ 464 w 1033"/>
                <a:gd name="T13" fmla="*/ 148 h 1010"/>
                <a:gd name="T14" fmla="*/ 528 w 1033"/>
                <a:gd name="T15" fmla="*/ 188 h 1010"/>
                <a:gd name="T16" fmla="*/ 590 w 1033"/>
                <a:gd name="T17" fmla="*/ 233 h 1010"/>
                <a:gd name="T18" fmla="*/ 648 w 1033"/>
                <a:gd name="T19" fmla="*/ 281 h 1010"/>
                <a:gd name="T20" fmla="*/ 704 w 1033"/>
                <a:gd name="T21" fmla="*/ 333 h 1010"/>
                <a:gd name="T22" fmla="*/ 760 w 1033"/>
                <a:gd name="T23" fmla="*/ 393 h 1010"/>
                <a:gd name="T24" fmla="*/ 811 w 1033"/>
                <a:gd name="T25" fmla="*/ 455 h 1010"/>
                <a:gd name="T26" fmla="*/ 857 w 1033"/>
                <a:gd name="T27" fmla="*/ 521 h 1010"/>
                <a:gd name="T28" fmla="*/ 899 w 1033"/>
                <a:gd name="T29" fmla="*/ 589 h 1010"/>
                <a:gd name="T30" fmla="*/ 936 w 1033"/>
                <a:gd name="T31" fmla="*/ 659 h 1010"/>
                <a:gd name="T32" fmla="*/ 967 w 1033"/>
                <a:gd name="T33" fmla="*/ 733 h 1010"/>
                <a:gd name="T34" fmla="*/ 994 w 1033"/>
                <a:gd name="T35" fmla="*/ 809 h 1010"/>
                <a:gd name="T36" fmla="*/ 1016 w 1033"/>
                <a:gd name="T37" fmla="*/ 886 h 1010"/>
                <a:gd name="T38" fmla="*/ 1033 w 1033"/>
                <a:gd name="T39" fmla="*/ 966 h 1010"/>
                <a:gd name="T40" fmla="*/ 770 w 1033"/>
                <a:gd name="T41" fmla="*/ 1010 h 1010"/>
                <a:gd name="T42" fmla="*/ 755 w 1033"/>
                <a:gd name="T43" fmla="*/ 941 h 1010"/>
                <a:gd name="T44" fmla="*/ 735 w 1033"/>
                <a:gd name="T45" fmla="*/ 874 h 1010"/>
                <a:gd name="T46" fmla="*/ 712 w 1033"/>
                <a:gd name="T47" fmla="*/ 809 h 1010"/>
                <a:gd name="T48" fmla="*/ 681 w 1033"/>
                <a:gd name="T49" fmla="*/ 747 h 1010"/>
                <a:gd name="T50" fmla="*/ 647 w 1033"/>
                <a:gd name="T51" fmla="*/ 685 h 1010"/>
                <a:gd name="T52" fmla="*/ 609 w 1033"/>
                <a:gd name="T53" fmla="*/ 628 h 1010"/>
                <a:gd name="T54" fmla="*/ 565 w 1033"/>
                <a:gd name="T55" fmla="*/ 573 h 1010"/>
                <a:gd name="T56" fmla="*/ 517 w 1033"/>
                <a:gd name="T57" fmla="*/ 521 h 1010"/>
                <a:gd name="T58" fmla="*/ 468 w 1033"/>
                <a:gd name="T59" fmla="*/ 477 h 1010"/>
                <a:gd name="T60" fmla="*/ 417 w 1033"/>
                <a:gd name="T61" fmla="*/ 435 h 1010"/>
                <a:gd name="T62" fmla="*/ 363 w 1033"/>
                <a:gd name="T63" fmla="*/ 398 h 1010"/>
                <a:gd name="T64" fmla="*/ 308 w 1033"/>
                <a:gd name="T65" fmla="*/ 366 h 1010"/>
                <a:gd name="T66" fmla="*/ 250 w 1033"/>
                <a:gd name="T67" fmla="*/ 337 h 1010"/>
                <a:gd name="T68" fmla="*/ 190 w 1033"/>
                <a:gd name="T69" fmla="*/ 312 h 1010"/>
                <a:gd name="T70" fmla="*/ 129 w 1033"/>
                <a:gd name="T71" fmla="*/ 291 h 1010"/>
                <a:gd name="T72" fmla="*/ 64 w 1033"/>
                <a:gd name="T73" fmla="*/ 275 h 1010"/>
                <a:gd name="T74" fmla="*/ 0 w 1033"/>
                <a:gd name="T75" fmla="*/ 264 h 1010"/>
                <a:gd name="T76" fmla="*/ 37 w 1033"/>
                <a:gd name="T77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33" h="1010">
                  <a:moveTo>
                    <a:pt x="37" y="0"/>
                  </a:moveTo>
                  <a:lnTo>
                    <a:pt x="112" y="14"/>
                  </a:lnTo>
                  <a:lnTo>
                    <a:pt x="187" y="31"/>
                  </a:lnTo>
                  <a:lnTo>
                    <a:pt x="258" y="53"/>
                  </a:lnTo>
                  <a:lnTo>
                    <a:pt x="329" y="80"/>
                  </a:lnTo>
                  <a:lnTo>
                    <a:pt x="398" y="112"/>
                  </a:lnTo>
                  <a:lnTo>
                    <a:pt x="464" y="148"/>
                  </a:lnTo>
                  <a:lnTo>
                    <a:pt x="528" y="188"/>
                  </a:lnTo>
                  <a:lnTo>
                    <a:pt x="590" y="233"/>
                  </a:lnTo>
                  <a:lnTo>
                    <a:pt x="648" y="281"/>
                  </a:lnTo>
                  <a:lnTo>
                    <a:pt x="704" y="333"/>
                  </a:lnTo>
                  <a:lnTo>
                    <a:pt x="760" y="393"/>
                  </a:lnTo>
                  <a:lnTo>
                    <a:pt x="811" y="455"/>
                  </a:lnTo>
                  <a:lnTo>
                    <a:pt x="857" y="521"/>
                  </a:lnTo>
                  <a:lnTo>
                    <a:pt x="899" y="589"/>
                  </a:lnTo>
                  <a:lnTo>
                    <a:pt x="936" y="659"/>
                  </a:lnTo>
                  <a:lnTo>
                    <a:pt x="967" y="733"/>
                  </a:lnTo>
                  <a:lnTo>
                    <a:pt x="994" y="809"/>
                  </a:lnTo>
                  <a:lnTo>
                    <a:pt x="1016" y="886"/>
                  </a:lnTo>
                  <a:lnTo>
                    <a:pt x="1033" y="966"/>
                  </a:lnTo>
                  <a:lnTo>
                    <a:pt x="770" y="1010"/>
                  </a:lnTo>
                  <a:lnTo>
                    <a:pt x="755" y="941"/>
                  </a:lnTo>
                  <a:lnTo>
                    <a:pt x="735" y="874"/>
                  </a:lnTo>
                  <a:lnTo>
                    <a:pt x="712" y="809"/>
                  </a:lnTo>
                  <a:lnTo>
                    <a:pt x="681" y="747"/>
                  </a:lnTo>
                  <a:lnTo>
                    <a:pt x="647" y="685"/>
                  </a:lnTo>
                  <a:lnTo>
                    <a:pt x="609" y="628"/>
                  </a:lnTo>
                  <a:lnTo>
                    <a:pt x="565" y="573"/>
                  </a:lnTo>
                  <a:lnTo>
                    <a:pt x="517" y="521"/>
                  </a:lnTo>
                  <a:lnTo>
                    <a:pt x="468" y="477"/>
                  </a:lnTo>
                  <a:lnTo>
                    <a:pt x="417" y="435"/>
                  </a:lnTo>
                  <a:lnTo>
                    <a:pt x="363" y="398"/>
                  </a:lnTo>
                  <a:lnTo>
                    <a:pt x="308" y="366"/>
                  </a:lnTo>
                  <a:lnTo>
                    <a:pt x="250" y="337"/>
                  </a:lnTo>
                  <a:lnTo>
                    <a:pt x="190" y="312"/>
                  </a:lnTo>
                  <a:lnTo>
                    <a:pt x="129" y="291"/>
                  </a:lnTo>
                  <a:lnTo>
                    <a:pt x="64" y="275"/>
                  </a:lnTo>
                  <a:lnTo>
                    <a:pt x="0" y="264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" name="Freeform 1588">
              <a:extLst>
                <a:ext uri="{FF2B5EF4-FFF2-40B4-BE49-F238E27FC236}">
                  <a16:creationId xmlns:a16="http://schemas.microsoft.com/office/drawing/2014/main" id="{F3414496-4ABC-884D-FB4E-736AF314A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" y="3409"/>
              <a:ext cx="281" cy="274"/>
            </a:xfrm>
            <a:custGeom>
              <a:avLst/>
              <a:gdLst>
                <a:gd name="T0" fmla="*/ 36 w 1690"/>
                <a:gd name="T1" fmla="*/ 0 h 1646"/>
                <a:gd name="T2" fmla="*/ 141 w 1690"/>
                <a:gd name="T3" fmla="*/ 18 h 1646"/>
                <a:gd name="T4" fmla="*/ 244 w 1690"/>
                <a:gd name="T5" fmla="*/ 41 h 1646"/>
                <a:gd name="T6" fmla="*/ 345 w 1690"/>
                <a:gd name="T7" fmla="*/ 69 h 1646"/>
                <a:gd name="T8" fmla="*/ 445 w 1690"/>
                <a:gd name="T9" fmla="*/ 102 h 1646"/>
                <a:gd name="T10" fmla="*/ 541 w 1690"/>
                <a:gd name="T11" fmla="*/ 140 h 1646"/>
                <a:gd name="T12" fmla="*/ 636 w 1690"/>
                <a:gd name="T13" fmla="*/ 185 h 1646"/>
                <a:gd name="T14" fmla="*/ 728 w 1690"/>
                <a:gd name="T15" fmla="*/ 234 h 1646"/>
                <a:gd name="T16" fmla="*/ 817 w 1690"/>
                <a:gd name="T17" fmla="*/ 288 h 1646"/>
                <a:gd name="T18" fmla="*/ 904 w 1690"/>
                <a:gd name="T19" fmla="*/ 347 h 1646"/>
                <a:gd name="T20" fmla="*/ 987 w 1690"/>
                <a:gd name="T21" fmla="*/ 410 h 1646"/>
                <a:gd name="T22" fmla="*/ 1068 w 1690"/>
                <a:gd name="T23" fmla="*/ 479 h 1646"/>
                <a:gd name="T24" fmla="*/ 1145 w 1690"/>
                <a:gd name="T25" fmla="*/ 553 h 1646"/>
                <a:gd name="T26" fmla="*/ 1215 w 1690"/>
                <a:gd name="T27" fmla="*/ 626 h 1646"/>
                <a:gd name="T28" fmla="*/ 1280 w 1690"/>
                <a:gd name="T29" fmla="*/ 702 h 1646"/>
                <a:gd name="T30" fmla="*/ 1342 w 1690"/>
                <a:gd name="T31" fmla="*/ 781 h 1646"/>
                <a:gd name="T32" fmla="*/ 1399 w 1690"/>
                <a:gd name="T33" fmla="*/ 863 h 1646"/>
                <a:gd name="T34" fmla="*/ 1451 w 1690"/>
                <a:gd name="T35" fmla="*/ 948 h 1646"/>
                <a:gd name="T36" fmla="*/ 1500 w 1690"/>
                <a:gd name="T37" fmla="*/ 1035 h 1646"/>
                <a:gd name="T38" fmla="*/ 1543 w 1690"/>
                <a:gd name="T39" fmla="*/ 1125 h 1646"/>
                <a:gd name="T40" fmla="*/ 1582 w 1690"/>
                <a:gd name="T41" fmla="*/ 1216 h 1646"/>
                <a:gd name="T42" fmla="*/ 1616 w 1690"/>
                <a:gd name="T43" fmla="*/ 1309 h 1646"/>
                <a:gd name="T44" fmla="*/ 1645 w 1690"/>
                <a:gd name="T45" fmla="*/ 1405 h 1646"/>
                <a:gd name="T46" fmla="*/ 1670 w 1690"/>
                <a:gd name="T47" fmla="*/ 1502 h 1646"/>
                <a:gd name="T48" fmla="*/ 1690 w 1690"/>
                <a:gd name="T49" fmla="*/ 1601 h 1646"/>
                <a:gd name="T50" fmla="*/ 1428 w 1690"/>
                <a:gd name="T51" fmla="*/ 1646 h 1646"/>
                <a:gd name="T52" fmla="*/ 1409 w 1690"/>
                <a:gd name="T53" fmla="*/ 1552 h 1646"/>
                <a:gd name="T54" fmla="*/ 1385 w 1690"/>
                <a:gd name="T55" fmla="*/ 1461 h 1646"/>
                <a:gd name="T56" fmla="*/ 1356 w 1690"/>
                <a:gd name="T57" fmla="*/ 1372 h 1646"/>
                <a:gd name="T58" fmla="*/ 1323 w 1690"/>
                <a:gd name="T59" fmla="*/ 1284 h 1646"/>
                <a:gd name="T60" fmla="*/ 1285 w 1690"/>
                <a:gd name="T61" fmla="*/ 1198 h 1646"/>
                <a:gd name="T62" fmla="*/ 1241 w 1690"/>
                <a:gd name="T63" fmla="*/ 1115 h 1646"/>
                <a:gd name="T64" fmla="*/ 1193 w 1690"/>
                <a:gd name="T65" fmla="*/ 1035 h 1646"/>
                <a:gd name="T66" fmla="*/ 1141 w 1690"/>
                <a:gd name="T67" fmla="*/ 957 h 1646"/>
                <a:gd name="T68" fmla="*/ 1084 w 1690"/>
                <a:gd name="T69" fmla="*/ 882 h 1646"/>
                <a:gd name="T70" fmla="*/ 1024 w 1690"/>
                <a:gd name="T71" fmla="*/ 810 h 1646"/>
                <a:gd name="T72" fmla="*/ 957 w 1690"/>
                <a:gd name="T73" fmla="*/ 740 h 1646"/>
                <a:gd name="T74" fmla="*/ 884 w 1690"/>
                <a:gd name="T75" fmla="*/ 672 h 1646"/>
                <a:gd name="T76" fmla="*/ 809 w 1690"/>
                <a:gd name="T77" fmla="*/ 608 h 1646"/>
                <a:gd name="T78" fmla="*/ 729 w 1690"/>
                <a:gd name="T79" fmla="*/ 549 h 1646"/>
                <a:gd name="T80" fmla="*/ 646 w 1690"/>
                <a:gd name="T81" fmla="*/ 494 h 1646"/>
                <a:gd name="T82" fmla="*/ 561 w 1690"/>
                <a:gd name="T83" fmla="*/ 446 h 1646"/>
                <a:gd name="T84" fmla="*/ 473 w 1690"/>
                <a:gd name="T85" fmla="*/ 402 h 1646"/>
                <a:gd name="T86" fmla="*/ 382 w 1690"/>
                <a:gd name="T87" fmla="*/ 364 h 1646"/>
                <a:gd name="T88" fmla="*/ 290 w 1690"/>
                <a:gd name="T89" fmla="*/ 330 h 1646"/>
                <a:gd name="T90" fmla="*/ 195 w 1690"/>
                <a:gd name="T91" fmla="*/ 302 h 1646"/>
                <a:gd name="T92" fmla="*/ 99 w 1690"/>
                <a:gd name="T93" fmla="*/ 281 h 1646"/>
                <a:gd name="T94" fmla="*/ 0 w 1690"/>
                <a:gd name="T95" fmla="*/ 263 h 1646"/>
                <a:gd name="T96" fmla="*/ 36 w 1690"/>
                <a:gd name="T97" fmla="*/ 0 h 1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90" h="1646">
                  <a:moveTo>
                    <a:pt x="36" y="0"/>
                  </a:moveTo>
                  <a:lnTo>
                    <a:pt x="141" y="18"/>
                  </a:lnTo>
                  <a:lnTo>
                    <a:pt x="244" y="41"/>
                  </a:lnTo>
                  <a:lnTo>
                    <a:pt x="345" y="69"/>
                  </a:lnTo>
                  <a:lnTo>
                    <a:pt x="445" y="102"/>
                  </a:lnTo>
                  <a:lnTo>
                    <a:pt x="541" y="140"/>
                  </a:lnTo>
                  <a:lnTo>
                    <a:pt x="636" y="185"/>
                  </a:lnTo>
                  <a:lnTo>
                    <a:pt x="728" y="234"/>
                  </a:lnTo>
                  <a:lnTo>
                    <a:pt x="817" y="288"/>
                  </a:lnTo>
                  <a:lnTo>
                    <a:pt x="904" y="347"/>
                  </a:lnTo>
                  <a:lnTo>
                    <a:pt x="987" y="410"/>
                  </a:lnTo>
                  <a:lnTo>
                    <a:pt x="1068" y="479"/>
                  </a:lnTo>
                  <a:lnTo>
                    <a:pt x="1145" y="553"/>
                  </a:lnTo>
                  <a:lnTo>
                    <a:pt x="1215" y="626"/>
                  </a:lnTo>
                  <a:lnTo>
                    <a:pt x="1280" y="702"/>
                  </a:lnTo>
                  <a:lnTo>
                    <a:pt x="1342" y="781"/>
                  </a:lnTo>
                  <a:lnTo>
                    <a:pt x="1399" y="863"/>
                  </a:lnTo>
                  <a:lnTo>
                    <a:pt x="1451" y="948"/>
                  </a:lnTo>
                  <a:lnTo>
                    <a:pt x="1500" y="1035"/>
                  </a:lnTo>
                  <a:lnTo>
                    <a:pt x="1543" y="1125"/>
                  </a:lnTo>
                  <a:lnTo>
                    <a:pt x="1582" y="1216"/>
                  </a:lnTo>
                  <a:lnTo>
                    <a:pt x="1616" y="1309"/>
                  </a:lnTo>
                  <a:lnTo>
                    <a:pt x="1645" y="1405"/>
                  </a:lnTo>
                  <a:lnTo>
                    <a:pt x="1670" y="1502"/>
                  </a:lnTo>
                  <a:lnTo>
                    <a:pt x="1690" y="1601"/>
                  </a:lnTo>
                  <a:lnTo>
                    <a:pt x="1428" y="1646"/>
                  </a:lnTo>
                  <a:lnTo>
                    <a:pt x="1409" y="1552"/>
                  </a:lnTo>
                  <a:lnTo>
                    <a:pt x="1385" y="1461"/>
                  </a:lnTo>
                  <a:lnTo>
                    <a:pt x="1356" y="1372"/>
                  </a:lnTo>
                  <a:lnTo>
                    <a:pt x="1323" y="1284"/>
                  </a:lnTo>
                  <a:lnTo>
                    <a:pt x="1285" y="1198"/>
                  </a:lnTo>
                  <a:lnTo>
                    <a:pt x="1241" y="1115"/>
                  </a:lnTo>
                  <a:lnTo>
                    <a:pt x="1193" y="1035"/>
                  </a:lnTo>
                  <a:lnTo>
                    <a:pt x="1141" y="957"/>
                  </a:lnTo>
                  <a:lnTo>
                    <a:pt x="1084" y="882"/>
                  </a:lnTo>
                  <a:lnTo>
                    <a:pt x="1024" y="810"/>
                  </a:lnTo>
                  <a:lnTo>
                    <a:pt x="957" y="740"/>
                  </a:lnTo>
                  <a:lnTo>
                    <a:pt x="884" y="672"/>
                  </a:lnTo>
                  <a:lnTo>
                    <a:pt x="809" y="608"/>
                  </a:lnTo>
                  <a:lnTo>
                    <a:pt x="729" y="549"/>
                  </a:lnTo>
                  <a:lnTo>
                    <a:pt x="646" y="494"/>
                  </a:lnTo>
                  <a:lnTo>
                    <a:pt x="561" y="446"/>
                  </a:lnTo>
                  <a:lnTo>
                    <a:pt x="473" y="402"/>
                  </a:lnTo>
                  <a:lnTo>
                    <a:pt x="382" y="364"/>
                  </a:lnTo>
                  <a:lnTo>
                    <a:pt x="290" y="330"/>
                  </a:lnTo>
                  <a:lnTo>
                    <a:pt x="195" y="302"/>
                  </a:lnTo>
                  <a:lnTo>
                    <a:pt x="99" y="281"/>
                  </a:lnTo>
                  <a:lnTo>
                    <a:pt x="0" y="26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sp>
        <p:nvSpPr>
          <p:cNvPr id="15" name="Freeform 711">
            <a:extLst>
              <a:ext uri="{FF2B5EF4-FFF2-40B4-BE49-F238E27FC236}">
                <a16:creationId xmlns:a16="http://schemas.microsoft.com/office/drawing/2014/main" id="{585E02D4-42A6-19E2-E312-54CC845590FF}"/>
              </a:ext>
            </a:extLst>
          </p:cNvPr>
          <p:cNvSpPr>
            <a:spLocks noEditPoints="1"/>
          </p:cNvSpPr>
          <p:nvPr/>
        </p:nvSpPr>
        <p:spPr bwMode="auto">
          <a:xfrm>
            <a:off x="13582456" y="8770347"/>
            <a:ext cx="508148" cy="502899"/>
          </a:xfrm>
          <a:custGeom>
            <a:avLst/>
            <a:gdLst>
              <a:gd name="T0" fmla="*/ 2522 w 3386"/>
              <a:gd name="T1" fmla="*/ 2763 h 3353"/>
              <a:gd name="T2" fmla="*/ 866 w 3386"/>
              <a:gd name="T3" fmla="*/ 2763 h 3353"/>
              <a:gd name="T4" fmla="*/ 1843 w 3386"/>
              <a:gd name="T5" fmla="*/ 2545 h 3353"/>
              <a:gd name="T6" fmla="*/ 2020 w 3386"/>
              <a:gd name="T7" fmla="*/ 2848 h 3353"/>
              <a:gd name="T8" fmla="*/ 2094 w 3386"/>
              <a:gd name="T9" fmla="*/ 2585 h 3353"/>
              <a:gd name="T10" fmla="*/ 1459 w 3386"/>
              <a:gd name="T11" fmla="*/ 2555 h 3353"/>
              <a:gd name="T12" fmla="*/ 1286 w 3386"/>
              <a:gd name="T13" fmla="*/ 2739 h 3353"/>
              <a:gd name="T14" fmla="*/ 1498 w 3386"/>
              <a:gd name="T15" fmla="*/ 2965 h 3353"/>
              <a:gd name="T16" fmla="*/ 2638 w 3386"/>
              <a:gd name="T17" fmla="*/ 2080 h 3353"/>
              <a:gd name="T18" fmla="*/ 2702 w 3386"/>
              <a:gd name="T19" fmla="*/ 2497 h 3353"/>
              <a:gd name="T20" fmla="*/ 2956 w 3386"/>
              <a:gd name="T21" fmla="*/ 2251 h 3353"/>
              <a:gd name="T22" fmla="*/ 3078 w 3386"/>
              <a:gd name="T23" fmla="*/ 1839 h 3353"/>
              <a:gd name="T24" fmla="*/ 2026 w 3386"/>
              <a:gd name="T25" fmla="*/ 2242 h 3353"/>
              <a:gd name="T26" fmla="*/ 2328 w 3386"/>
              <a:gd name="T27" fmla="*/ 2123 h 3353"/>
              <a:gd name="T28" fmla="*/ 1024 w 3386"/>
              <a:gd name="T29" fmla="*/ 1839 h 3353"/>
              <a:gd name="T30" fmla="*/ 1100 w 3386"/>
              <a:gd name="T31" fmla="*/ 2302 h 3353"/>
              <a:gd name="T32" fmla="*/ 1544 w 3386"/>
              <a:gd name="T33" fmla="*/ 2221 h 3353"/>
              <a:gd name="T34" fmla="*/ 341 w 3386"/>
              <a:gd name="T35" fmla="*/ 2009 h 3353"/>
              <a:gd name="T36" fmla="*/ 518 w 3386"/>
              <a:gd name="T37" fmla="*/ 2401 h 3353"/>
              <a:gd name="T38" fmla="*/ 817 w 3386"/>
              <a:gd name="T39" fmla="*/ 2419 h 3353"/>
              <a:gd name="T40" fmla="*/ 726 w 3386"/>
              <a:gd name="T41" fmla="*/ 1839 h 3353"/>
              <a:gd name="T42" fmla="*/ 2026 w 3386"/>
              <a:gd name="T43" fmla="*/ 1111 h 3353"/>
              <a:gd name="T44" fmla="*/ 2354 w 3386"/>
              <a:gd name="T45" fmla="*/ 1418 h 3353"/>
              <a:gd name="T46" fmla="*/ 1099 w 3386"/>
              <a:gd name="T47" fmla="*/ 1050 h 3353"/>
              <a:gd name="T48" fmla="*/ 1024 w 3386"/>
              <a:gd name="T49" fmla="*/ 1515 h 3353"/>
              <a:gd name="T50" fmla="*/ 1272 w 3386"/>
              <a:gd name="T51" fmla="*/ 1095 h 3353"/>
              <a:gd name="T52" fmla="*/ 518 w 3386"/>
              <a:gd name="T53" fmla="*/ 952 h 3353"/>
              <a:gd name="T54" fmla="*/ 341 w 3386"/>
              <a:gd name="T55" fmla="*/ 1345 h 3353"/>
              <a:gd name="T56" fmla="*/ 748 w 3386"/>
              <a:gd name="T57" fmla="*/ 1274 h 3353"/>
              <a:gd name="T58" fmla="*/ 685 w 3386"/>
              <a:gd name="T59" fmla="*/ 856 h 3353"/>
              <a:gd name="T60" fmla="*/ 2568 w 3386"/>
              <a:gd name="T61" fmla="*/ 935 h 3353"/>
              <a:gd name="T62" fmla="*/ 2660 w 3386"/>
              <a:gd name="T63" fmla="*/ 1515 h 3353"/>
              <a:gd name="T64" fmla="*/ 2991 w 3386"/>
              <a:gd name="T65" fmla="*/ 1181 h 3353"/>
              <a:gd name="T66" fmla="*/ 2763 w 3386"/>
              <a:gd name="T67" fmla="*/ 811 h 3353"/>
              <a:gd name="T68" fmla="*/ 2461 w 3386"/>
              <a:gd name="T69" fmla="*/ 549 h 3353"/>
              <a:gd name="T70" fmla="*/ 897 w 3386"/>
              <a:gd name="T71" fmla="*/ 609 h 3353"/>
              <a:gd name="T72" fmla="*/ 1843 w 3386"/>
              <a:gd name="T73" fmla="*/ 808 h 3353"/>
              <a:gd name="T74" fmla="*/ 2138 w 3386"/>
              <a:gd name="T75" fmla="*/ 677 h 3353"/>
              <a:gd name="T76" fmla="*/ 1933 w 3386"/>
              <a:gd name="T77" fmla="*/ 421 h 3353"/>
              <a:gd name="T78" fmla="*/ 1453 w 3386"/>
              <a:gd name="T79" fmla="*/ 421 h 3353"/>
              <a:gd name="T80" fmla="*/ 1248 w 3386"/>
              <a:gd name="T81" fmla="*/ 677 h 3353"/>
              <a:gd name="T82" fmla="*/ 1544 w 3386"/>
              <a:gd name="T83" fmla="*/ 808 h 3353"/>
              <a:gd name="T84" fmla="*/ 1906 w 3386"/>
              <a:gd name="T85" fmla="*/ 13 h 3353"/>
              <a:gd name="T86" fmla="*/ 2398 w 3386"/>
              <a:gd name="T87" fmla="*/ 153 h 3353"/>
              <a:gd name="T88" fmla="*/ 2818 w 3386"/>
              <a:gd name="T89" fmla="*/ 424 h 3353"/>
              <a:gd name="T90" fmla="*/ 3137 w 3386"/>
              <a:gd name="T91" fmla="*/ 803 h 3353"/>
              <a:gd name="T92" fmla="*/ 3335 w 3386"/>
              <a:gd name="T93" fmla="*/ 1264 h 3353"/>
              <a:gd name="T94" fmla="*/ 3383 w 3386"/>
              <a:gd name="T95" fmla="*/ 1783 h 3353"/>
              <a:gd name="T96" fmla="*/ 3273 w 3386"/>
              <a:gd name="T97" fmla="*/ 2282 h 3353"/>
              <a:gd name="T98" fmla="*/ 3023 w 3386"/>
              <a:gd name="T99" fmla="*/ 2713 h 3353"/>
              <a:gd name="T100" fmla="*/ 2660 w 3386"/>
              <a:gd name="T101" fmla="*/ 3052 h 3353"/>
              <a:gd name="T102" fmla="*/ 2209 w 3386"/>
              <a:gd name="T103" fmla="*/ 3273 h 3353"/>
              <a:gd name="T104" fmla="*/ 1693 w 3386"/>
              <a:gd name="T105" fmla="*/ 3353 h 3353"/>
              <a:gd name="T106" fmla="*/ 1179 w 3386"/>
              <a:gd name="T107" fmla="*/ 3273 h 3353"/>
              <a:gd name="T108" fmla="*/ 727 w 3386"/>
              <a:gd name="T109" fmla="*/ 3052 h 3353"/>
              <a:gd name="T110" fmla="*/ 363 w 3386"/>
              <a:gd name="T111" fmla="*/ 2713 h 3353"/>
              <a:gd name="T112" fmla="*/ 114 w 3386"/>
              <a:gd name="T113" fmla="*/ 2282 h 3353"/>
              <a:gd name="T114" fmla="*/ 3 w 3386"/>
              <a:gd name="T115" fmla="*/ 1783 h 3353"/>
              <a:gd name="T116" fmla="*/ 52 w 3386"/>
              <a:gd name="T117" fmla="*/ 1264 h 3353"/>
              <a:gd name="T118" fmla="*/ 249 w 3386"/>
              <a:gd name="T119" fmla="*/ 803 h 3353"/>
              <a:gd name="T120" fmla="*/ 569 w 3386"/>
              <a:gd name="T121" fmla="*/ 424 h 3353"/>
              <a:gd name="T122" fmla="*/ 988 w 3386"/>
              <a:gd name="T123" fmla="*/ 153 h 3353"/>
              <a:gd name="T124" fmla="*/ 1482 w 3386"/>
              <a:gd name="T125" fmla="*/ 13 h 3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386" h="3353">
                <a:moveTo>
                  <a:pt x="2458" y="2726"/>
                </a:moveTo>
                <a:lnTo>
                  <a:pt x="2429" y="2786"/>
                </a:lnTo>
                <a:lnTo>
                  <a:pt x="2399" y="2842"/>
                </a:lnTo>
                <a:lnTo>
                  <a:pt x="2461" y="2805"/>
                </a:lnTo>
                <a:lnTo>
                  <a:pt x="2522" y="2763"/>
                </a:lnTo>
                <a:lnTo>
                  <a:pt x="2491" y="2745"/>
                </a:lnTo>
                <a:lnTo>
                  <a:pt x="2458" y="2726"/>
                </a:lnTo>
                <a:close/>
                <a:moveTo>
                  <a:pt x="930" y="2725"/>
                </a:moveTo>
                <a:lnTo>
                  <a:pt x="898" y="2744"/>
                </a:lnTo>
                <a:lnTo>
                  <a:pt x="866" y="2763"/>
                </a:lnTo>
                <a:lnTo>
                  <a:pt x="925" y="2805"/>
                </a:lnTo>
                <a:lnTo>
                  <a:pt x="988" y="2843"/>
                </a:lnTo>
                <a:lnTo>
                  <a:pt x="958" y="2785"/>
                </a:lnTo>
                <a:lnTo>
                  <a:pt x="930" y="2725"/>
                </a:lnTo>
                <a:close/>
                <a:moveTo>
                  <a:pt x="1843" y="2545"/>
                </a:moveTo>
                <a:lnTo>
                  <a:pt x="1843" y="2991"/>
                </a:lnTo>
                <a:lnTo>
                  <a:pt x="1888" y="2965"/>
                </a:lnTo>
                <a:lnTo>
                  <a:pt x="1933" y="2932"/>
                </a:lnTo>
                <a:lnTo>
                  <a:pt x="1977" y="2893"/>
                </a:lnTo>
                <a:lnTo>
                  <a:pt x="2020" y="2848"/>
                </a:lnTo>
                <a:lnTo>
                  <a:pt x="2061" y="2796"/>
                </a:lnTo>
                <a:lnTo>
                  <a:pt x="2101" y="2739"/>
                </a:lnTo>
                <a:lnTo>
                  <a:pt x="2138" y="2676"/>
                </a:lnTo>
                <a:lnTo>
                  <a:pt x="2175" y="2607"/>
                </a:lnTo>
                <a:lnTo>
                  <a:pt x="2094" y="2585"/>
                </a:lnTo>
                <a:lnTo>
                  <a:pt x="2013" y="2568"/>
                </a:lnTo>
                <a:lnTo>
                  <a:pt x="1928" y="2555"/>
                </a:lnTo>
                <a:lnTo>
                  <a:pt x="1843" y="2545"/>
                </a:lnTo>
                <a:close/>
                <a:moveTo>
                  <a:pt x="1544" y="2545"/>
                </a:moveTo>
                <a:lnTo>
                  <a:pt x="1459" y="2555"/>
                </a:lnTo>
                <a:lnTo>
                  <a:pt x="1375" y="2568"/>
                </a:lnTo>
                <a:lnTo>
                  <a:pt x="1293" y="2585"/>
                </a:lnTo>
                <a:lnTo>
                  <a:pt x="1213" y="2607"/>
                </a:lnTo>
                <a:lnTo>
                  <a:pt x="1248" y="2676"/>
                </a:lnTo>
                <a:lnTo>
                  <a:pt x="1286" y="2739"/>
                </a:lnTo>
                <a:lnTo>
                  <a:pt x="1325" y="2796"/>
                </a:lnTo>
                <a:lnTo>
                  <a:pt x="1366" y="2848"/>
                </a:lnTo>
                <a:lnTo>
                  <a:pt x="1409" y="2893"/>
                </a:lnTo>
                <a:lnTo>
                  <a:pt x="1453" y="2932"/>
                </a:lnTo>
                <a:lnTo>
                  <a:pt x="1498" y="2965"/>
                </a:lnTo>
                <a:lnTo>
                  <a:pt x="1544" y="2991"/>
                </a:lnTo>
                <a:lnTo>
                  <a:pt x="1544" y="2545"/>
                </a:lnTo>
                <a:close/>
                <a:moveTo>
                  <a:pt x="2660" y="1839"/>
                </a:moveTo>
                <a:lnTo>
                  <a:pt x="2652" y="1961"/>
                </a:lnTo>
                <a:lnTo>
                  <a:pt x="2638" y="2080"/>
                </a:lnTo>
                <a:lnTo>
                  <a:pt x="2620" y="2196"/>
                </a:lnTo>
                <a:lnTo>
                  <a:pt x="2597" y="2308"/>
                </a:lnTo>
                <a:lnTo>
                  <a:pt x="2569" y="2418"/>
                </a:lnTo>
                <a:lnTo>
                  <a:pt x="2637" y="2457"/>
                </a:lnTo>
                <a:lnTo>
                  <a:pt x="2702" y="2497"/>
                </a:lnTo>
                <a:lnTo>
                  <a:pt x="2763" y="2542"/>
                </a:lnTo>
                <a:lnTo>
                  <a:pt x="2819" y="2473"/>
                </a:lnTo>
                <a:lnTo>
                  <a:pt x="2870" y="2401"/>
                </a:lnTo>
                <a:lnTo>
                  <a:pt x="2915" y="2327"/>
                </a:lnTo>
                <a:lnTo>
                  <a:pt x="2956" y="2251"/>
                </a:lnTo>
                <a:lnTo>
                  <a:pt x="2991" y="2172"/>
                </a:lnTo>
                <a:lnTo>
                  <a:pt x="3021" y="2092"/>
                </a:lnTo>
                <a:lnTo>
                  <a:pt x="3045" y="2009"/>
                </a:lnTo>
                <a:lnTo>
                  <a:pt x="3064" y="1925"/>
                </a:lnTo>
                <a:lnTo>
                  <a:pt x="3078" y="1839"/>
                </a:lnTo>
                <a:lnTo>
                  <a:pt x="2660" y="1839"/>
                </a:lnTo>
                <a:close/>
                <a:moveTo>
                  <a:pt x="1843" y="1839"/>
                </a:moveTo>
                <a:lnTo>
                  <a:pt x="1843" y="2221"/>
                </a:lnTo>
                <a:lnTo>
                  <a:pt x="1934" y="2229"/>
                </a:lnTo>
                <a:lnTo>
                  <a:pt x="2026" y="2242"/>
                </a:lnTo>
                <a:lnTo>
                  <a:pt x="2115" y="2258"/>
                </a:lnTo>
                <a:lnTo>
                  <a:pt x="2201" y="2279"/>
                </a:lnTo>
                <a:lnTo>
                  <a:pt x="2286" y="2303"/>
                </a:lnTo>
                <a:lnTo>
                  <a:pt x="2309" y="2215"/>
                </a:lnTo>
                <a:lnTo>
                  <a:pt x="2328" y="2123"/>
                </a:lnTo>
                <a:lnTo>
                  <a:pt x="2343" y="2030"/>
                </a:lnTo>
                <a:lnTo>
                  <a:pt x="2354" y="1936"/>
                </a:lnTo>
                <a:lnTo>
                  <a:pt x="2363" y="1839"/>
                </a:lnTo>
                <a:lnTo>
                  <a:pt x="1843" y="1839"/>
                </a:lnTo>
                <a:close/>
                <a:moveTo>
                  <a:pt x="1024" y="1839"/>
                </a:moveTo>
                <a:lnTo>
                  <a:pt x="1032" y="1936"/>
                </a:lnTo>
                <a:lnTo>
                  <a:pt x="1044" y="2030"/>
                </a:lnTo>
                <a:lnTo>
                  <a:pt x="1059" y="2123"/>
                </a:lnTo>
                <a:lnTo>
                  <a:pt x="1078" y="2214"/>
                </a:lnTo>
                <a:lnTo>
                  <a:pt x="1100" y="2302"/>
                </a:lnTo>
                <a:lnTo>
                  <a:pt x="1185" y="2278"/>
                </a:lnTo>
                <a:lnTo>
                  <a:pt x="1272" y="2257"/>
                </a:lnTo>
                <a:lnTo>
                  <a:pt x="1362" y="2241"/>
                </a:lnTo>
                <a:lnTo>
                  <a:pt x="1452" y="2229"/>
                </a:lnTo>
                <a:lnTo>
                  <a:pt x="1544" y="2221"/>
                </a:lnTo>
                <a:lnTo>
                  <a:pt x="1544" y="1839"/>
                </a:lnTo>
                <a:lnTo>
                  <a:pt x="1024" y="1839"/>
                </a:lnTo>
                <a:close/>
                <a:moveTo>
                  <a:pt x="308" y="1839"/>
                </a:moveTo>
                <a:lnTo>
                  <a:pt x="323" y="1925"/>
                </a:lnTo>
                <a:lnTo>
                  <a:pt x="341" y="2009"/>
                </a:lnTo>
                <a:lnTo>
                  <a:pt x="366" y="2092"/>
                </a:lnTo>
                <a:lnTo>
                  <a:pt x="395" y="2172"/>
                </a:lnTo>
                <a:lnTo>
                  <a:pt x="431" y="2251"/>
                </a:lnTo>
                <a:lnTo>
                  <a:pt x="471" y="2327"/>
                </a:lnTo>
                <a:lnTo>
                  <a:pt x="518" y="2401"/>
                </a:lnTo>
                <a:lnTo>
                  <a:pt x="568" y="2473"/>
                </a:lnTo>
                <a:lnTo>
                  <a:pt x="623" y="2542"/>
                </a:lnTo>
                <a:lnTo>
                  <a:pt x="686" y="2498"/>
                </a:lnTo>
                <a:lnTo>
                  <a:pt x="750" y="2457"/>
                </a:lnTo>
                <a:lnTo>
                  <a:pt x="817" y="2419"/>
                </a:lnTo>
                <a:lnTo>
                  <a:pt x="790" y="2308"/>
                </a:lnTo>
                <a:lnTo>
                  <a:pt x="767" y="2196"/>
                </a:lnTo>
                <a:lnTo>
                  <a:pt x="749" y="2080"/>
                </a:lnTo>
                <a:lnTo>
                  <a:pt x="735" y="1961"/>
                </a:lnTo>
                <a:lnTo>
                  <a:pt x="726" y="1839"/>
                </a:lnTo>
                <a:lnTo>
                  <a:pt x="308" y="1839"/>
                </a:lnTo>
                <a:close/>
                <a:moveTo>
                  <a:pt x="2286" y="1050"/>
                </a:moveTo>
                <a:lnTo>
                  <a:pt x="2202" y="1075"/>
                </a:lnTo>
                <a:lnTo>
                  <a:pt x="2115" y="1095"/>
                </a:lnTo>
                <a:lnTo>
                  <a:pt x="2026" y="1111"/>
                </a:lnTo>
                <a:lnTo>
                  <a:pt x="1936" y="1124"/>
                </a:lnTo>
                <a:lnTo>
                  <a:pt x="1843" y="1133"/>
                </a:lnTo>
                <a:lnTo>
                  <a:pt x="1843" y="1515"/>
                </a:lnTo>
                <a:lnTo>
                  <a:pt x="2363" y="1515"/>
                </a:lnTo>
                <a:lnTo>
                  <a:pt x="2354" y="1418"/>
                </a:lnTo>
                <a:lnTo>
                  <a:pt x="2343" y="1323"/>
                </a:lnTo>
                <a:lnTo>
                  <a:pt x="2328" y="1230"/>
                </a:lnTo>
                <a:lnTo>
                  <a:pt x="2309" y="1140"/>
                </a:lnTo>
                <a:lnTo>
                  <a:pt x="2286" y="1050"/>
                </a:lnTo>
                <a:close/>
                <a:moveTo>
                  <a:pt x="1099" y="1050"/>
                </a:moveTo>
                <a:lnTo>
                  <a:pt x="1077" y="1140"/>
                </a:lnTo>
                <a:lnTo>
                  <a:pt x="1059" y="1230"/>
                </a:lnTo>
                <a:lnTo>
                  <a:pt x="1044" y="1323"/>
                </a:lnTo>
                <a:lnTo>
                  <a:pt x="1032" y="1418"/>
                </a:lnTo>
                <a:lnTo>
                  <a:pt x="1024" y="1515"/>
                </a:lnTo>
                <a:lnTo>
                  <a:pt x="1544" y="1515"/>
                </a:lnTo>
                <a:lnTo>
                  <a:pt x="1544" y="1133"/>
                </a:lnTo>
                <a:lnTo>
                  <a:pt x="1452" y="1124"/>
                </a:lnTo>
                <a:lnTo>
                  <a:pt x="1362" y="1111"/>
                </a:lnTo>
                <a:lnTo>
                  <a:pt x="1272" y="1095"/>
                </a:lnTo>
                <a:lnTo>
                  <a:pt x="1185" y="1075"/>
                </a:lnTo>
                <a:lnTo>
                  <a:pt x="1099" y="1050"/>
                </a:lnTo>
                <a:close/>
                <a:moveTo>
                  <a:pt x="623" y="813"/>
                </a:moveTo>
                <a:lnTo>
                  <a:pt x="568" y="881"/>
                </a:lnTo>
                <a:lnTo>
                  <a:pt x="518" y="952"/>
                </a:lnTo>
                <a:lnTo>
                  <a:pt x="471" y="1026"/>
                </a:lnTo>
                <a:lnTo>
                  <a:pt x="431" y="1103"/>
                </a:lnTo>
                <a:lnTo>
                  <a:pt x="396" y="1181"/>
                </a:lnTo>
                <a:lnTo>
                  <a:pt x="366" y="1262"/>
                </a:lnTo>
                <a:lnTo>
                  <a:pt x="341" y="1345"/>
                </a:lnTo>
                <a:lnTo>
                  <a:pt x="323" y="1429"/>
                </a:lnTo>
                <a:lnTo>
                  <a:pt x="309" y="1515"/>
                </a:lnTo>
                <a:lnTo>
                  <a:pt x="726" y="1515"/>
                </a:lnTo>
                <a:lnTo>
                  <a:pt x="735" y="1393"/>
                </a:lnTo>
                <a:lnTo>
                  <a:pt x="748" y="1274"/>
                </a:lnTo>
                <a:lnTo>
                  <a:pt x="767" y="1157"/>
                </a:lnTo>
                <a:lnTo>
                  <a:pt x="790" y="1045"/>
                </a:lnTo>
                <a:lnTo>
                  <a:pt x="817" y="935"/>
                </a:lnTo>
                <a:lnTo>
                  <a:pt x="750" y="897"/>
                </a:lnTo>
                <a:lnTo>
                  <a:pt x="685" y="856"/>
                </a:lnTo>
                <a:lnTo>
                  <a:pt x="623" y="813"/>
                </a:lnTo>
                <a:close/>
                <a:moveTo>
                  <a:pt x="2763" y="811"/>
                </a:moveTo>
                <a:lnTo>
                  <a:pt x="2700" y="855"/>
                </a:lnTo>
                <a:lnTo>
                  <a:pt x="2636" y="897"/>
                </a:lnTo>
                <a:lnTo>
                  <a:pt x="2568" y="935"/>
                </a:lnTo>
                <a:lnTo>
                  <a:pt x="2597" y="1045"/>
                </a:lnTo>
                <a:lnTo>
                  <a:pt x="2620" y="1157"/>
                </a:lnTo>
                <a:lnTo>
                  <a:pt x="2638" y="1274"/>
                </a:lnTo>
                <a:lnTo>
                  <a:pt x="2652" y="1393"/>
                </a:lnTo>
                <a:lnTo>
                  <a:pt x="2660" y="1515"/>
                </a:lnTo>
                <a:lnTo>
                  <a:pt x="3078" y="1515"/>
                </a:lnTo>
                <a:lnTo>
                  <a:pt x="3064" y="1429"/>
                </a:lnTo>
                <a:lnTo>
                  <a:pt x="3045" y="1345"/>
                </a:lnTo>
                <a:lnTo>
                  <a:pt x="3021" y="1262"/>
                </a:lnTo>
                <a:lnTo>
                  <a:pt x="2991" y="1181"/>
                </a:lnTo>
                <a:lnTo>
                  <a:pt x="2956" y="1103"/>
                </a:lnTo>
                <a:lnTo>
                  <a:pt x="2915" y="1025"/>
                </a:lnTo>
                <a:lnTo>
                  <a:pt x="2869" y="951"/>
                </a:lnTo>
                <a:lnTo>
                  <a:pt x="2818" y="880"/>
                </a:lnTo>
                <a:lnTo>
                  <a:pt x="2763" y="811"/>
                </a:lnTo>
                <a:close/>
                <a:moveTo>
                  <a:pt x="2399" y="512"/>
                </a:moveTo>
                <a:lnTo>
                  <a:pt x="2429" y="568"/>
                </a:lnTo>
                <a:lnTo>
                  <a:pt x="2458" y="628"/>
                </a:lnTo>
                <a:lnTo>
                  <a:pt x="2522" y="590"/>
                </a:lnTo>
                <a:lnTo>
                  <a:pt x="2461" y="549"/>
                </a:lnTo>
                <a:lnTo>
                  <a:pt x="2399" y="512"/>
                </a:lnTo>
                <a:close/>
                <a:moveTo>
                  <a:pt x="988" y="512"/>
                </a:moveTo>
                <a:lnTo>
                  <a:pt x="925" y="549"/>
                </a:lnTo>
                <a:lnTo>
                  <a:pt x="866" y="590"/>
                </a:lnTo>
                <a:lnTo>
                  <a:pt x="897" y="609"/>
                </a:lnTo>
                <a:lnTo>
                  <a:pt x="930" y="627"/>
                </a:lnTo>
                <a:lnTo>
                  <a:pt x="958" y="568"/>
                </a:lnTo>
                <a:lnTo>
                  <a:pt x="988" y="512"/>
                </a:lnTo>
                <a:close/>
                <a:moveTo>
                  <a:pt x="1843" y="363"/>
                </a:moveTo>
                <a:lnTo>
                  <a:pt x="1843" y="808"/>
                </a:lnTo>
                <a:lnTo>
                  <a:pt x="1928" y="798"/>
                </a:lnTo>
                <a:lnTo>
                  <a:pt x="2012" y="785"/>
                </a:lnTo>
                <a:lnTo>
                  <a:pt x="2094" y="768"/>
                </a:lnTo>
                <a:lnTo>
                  <a:pt x="2175" y="746"/>
                </a:lnTo>
                <a:lnTo>
                  <a:pt x="2138" y="677"/>
                </a:lnTo>
                <a:lnTo>
                  <a:pt x="2101" y="614"/>
                </a:lnTo>
                <a:lnTo>
                  <a:pt x="2061" y="556"/>
                </a:lnTo>
                <a:lnTo>
                  <a:pt x="2020" y="505"/>
                </a:lnTo>
                <a:lnTo>
                  <a:pt x="1977" y="460"/>
                </a:lnTo>
                <a:lnTo>
                  <a:pt x="1933" y="421"/>
                </a:lnTo>
                <a:lnTo>
                  <a:pt x="1888" y="388"/>
                </a:lnTo>
                <a:lnTo>
                  <a:pt x="1843" y="363"/>
                </a:lnTo>
                <a:close/>
                <a:moveTo>
                  <a:pt x="1544" y="362"/>
                </a:moveTo>
                <a:lnTo>
                  <a:pt x="1498" y="388"/>
                </a:lnTo>
                <a:lnTo>
                  <a:pt x="1453" y="421"/>
                </a:lnTo>
                <a:lnTo>
                  <a:pt x="1409" y="460"/>
                </a:lnTo>
                <a:lnTo>
                  <a:pt x="1366" y="505"/>
                </a:lnTo>
                <a:lnTo>
                  <a:pt x="1325" y="556"/>
                </a:lnTo>
                <a:lnTo>
                  <a:pt x="1286" y="614"/>
                </a:lnTo>
                <a:lnTo>
                  <a:pt x="1248" y="677"/>
                </a:lnTo>
                <a:lnTo>
                  <a:pt x="1213" y="746"/>
                </a:lnTo>
                <a:lnTo>
                  <a:pt x="1292" y="768"/>
                </a:lnTo>
                <a:lnTo>
                  <a:pt x="1375" y="785"/>
                </a:lnTo>
                <a:lnTo>
                  <a:pt x="1459" y="798"/>
                </a:lnTo>
                <a:lnTo>
                  <a:pt x="1544" y="808"/>
                </a:lnTo>
                <a:lnTo>
                  <a:pt x="1544" y="362"/>
                </a:lnTo>
                <a:close/>
                <a:moveTo>
                  <a:pt x="1693" y="0"/>
                </a:moveTo>
                <a:lnTo>
                  <a:pt x="1693" y="0"/>
                </a:lnTo>
                <a:lnTo>
                  <a:pt x="1800" y="4"/>
                </a:lnTo>
                <a:lnTo>
                  <a:pt x="1906" y="13"/>
                </a:lnTo>
                <a:lnTo>
                  <a:pt x="2009" y="30"/>
                </a:lnTo>
                <a:lnTo>
                  <a:pt x="2110" y="52"/>
                </a:lnTo>
                <a:lnTo>
                  <a:pt x="2209" y="80"/>
                </a:lnTo>
                <a:lnTo>
                  <a:pt x="2305" y="114"/>
                </a:lnTo>
                <a:lnTo>
                  <a:pt x="2398" y="153"/>
                </a:lnTo>
                <a:lnTo>
                  <a:pt x="2489" y="198"/>
                </a:lnTo>
                <a:lnTo>
                  <a:pt x="2577" y="247"/>
                </a:lnTo>
                <a:lnTo>
                  <a:pt x="2660" y="301"/>
                </a:lnTo>
                <a:lnTo>
                  <a:pt x="2741" y="360"/>
                </a:lnTo>
                <a:lnTo>
                  <a:pt x="2818" y="424"/>
                </a:lnTo>
                <a:lnTo>
                  <a:pt x="2891" y="492"/>
                </a:lnTo>
                <a:lnTo>
                  <a:pt x="2959" y="564"/>
                </a:lnTo>
                <a:lnTo>
                  <a:pt x="3023" y="640"/>
                </a:lnTo>
                <a:lnTo>
                  <a:pt x="3083" y="720"/>
                </a:lnTo>
                <a:lnTo>
                  <a:pt x="3137" y="803"/>
                </a:lnTo>
                <a:lnTo>
                  <a:pt x="3188" y="889"/>
                </a:lnTo>
                <a:lnTo>
                  <a:pt x="3233" y="979"/>
                </a:lnTo>
                <a:lnTo>
                  <a:pt x="3273" y="1071"/>
                </a:lnTo>
                <a:lnTo>
                  <a:pt x="3307" y="1167"/>
                </a:lnTo>
                <a:lnTo>
                  <a:pt x="3335" y="1264"/>
                </a:lnTo>
                <a:lnTo>
                  <a:pt x="3358" y="1364"/>
                </a:lnTo>
                <a:lnTo>
                  <a:pt x="3373" y="1467"/>
                </a:lnTo>
                <a:lnTo>
                  <a:pt x="3383" y="1570"/>
                </a:lnTo>
                <a:lnTo>
                  <a:pt x="3386" y="1677"/>
                </a:lnTo>
                <a:lnTo>
                  <a:pt x="3383" y="1783"/>
                </a:lnTo>
                <a:lnTo>
                  <a:pt x="3373" y="1887"/>
                </a:lnTo>
                <a:lnTo>
                  <a:pt x="3358" y="1989"/>
                </a:lnTo>
                <a:lnTo>
                  <a:pt x="3335" y="2089"/>
                </a:lnTo>
                <a:lnTo>
                  <a:pt x="3307" y="2186"/>
                </a:lnTo>
                <a:lnTo>
                  <a:pt x="3273" y="2282"/>
                </a:lnTo>
                <a:lnTo>
                  <a:pt x="3233" y="2374"/>
                </a:lnTo>
                <a:lnTo>
                  <a:pt x="3188" y="2464"/>
                </a:lnTo>
                <a:lnTo>
                  <a:pt x="3137" y="2551"/>
                </a:lnTo>
                <a:lnTo>
                  <a:pt x="3083" y="2633"/>
                </a:lnTo>
                <a:lnTo>
                  <a:pt x="3023" y="2713"/>
                </a:lnTo>
                <a:lnTo>
                  <a:pt x="2959" y="2789"/>
                </a:lnTo>
                <a:lnTo>
                  <a:pt x="2891" y="2861"/>
                </a:lnTo>
                <a:lnTo>
                  <a:pt x="2818" y="2929"/>
                </a:lnTo>
                <a:lnTo>
                  <a:pt x="2741" y="2993"/>
                </a:lnTo>
                <a:lnTo>
                  <a:pt x="2660" y="3052"/>
                </a:lnTo>
                <a:lnTo>
                  <a:pt x="2577" y="3107"/>
                </a:lnTo>
                <a:lnTo>
                  <a:pt x="2489" y="3156"/>
                </a:lnTo>
                <a:lnTo>
                  <a:pt x="2398" y="3200"/>
                </a:lnTo>
                <a:lnTo>
                  <a:pt x="2305" y="3240"/>
                </a:lnTo>
                <a:lnTo>
                  <a:pt x="2209" y="3273"/>
                </a:lnTo>
                <a:lnTo>
                  <a:pt x="2110" y="3302"/>
                </a:lnTo>
                <a:lnTo>
                  <a:pt x="2009" y="3324"/>
                </a:lnTo>
                <a:lnTo>
                  <a:pt x="1906" y="3340"/>
                </a:lnTo>
                <a:lnTo>
                  <a:pt x="1800" y="3350"/>
                </a:lnTo>
                <a:lnTo>
                  <a:pt x="1693" y="3353"/>
                </a:lnTo>
                <a:lnTo>
                  <a:pt x="1586" y="3350"/>
                </a:lnTo>
                <a:lnTo>
                  <a:pt x="1482" y="3340"/>
                </a:lnTo>
                <a:lnTo>
                  <a:pt x="1378" y="3324"/>
                </a:lnTo>
                <a:lnTo>
                  <a:pt x="1277" y="3302"/>
                </a:lnTo>
                <a:lnTo>
                  <a:pt x="1179" y="3273"/>
                </a:lnTo>
                <a:lnTo>
                  <a:pt x="1082" y="3240"/>
                </a:lnTo>
                <a:lnTo>
                  <a:pt x="988" y="3200"/>
                </a:lnTo>
                <a:lnTo>
                  <a:pt x="898" y="3156"/>
                </a:lnTo>
                <a:lnTo>
                  <a:pt x="811" y="3107"/>
                </a:lnTo>
                <a:lnTo>
                  <a:pt x="727" y="3052"/>
                </a:lnTo>
                <a:lnTo>
                  <a:pt x="647" y="2993"/>
                </a:lnTo>
                <a:lnTo>
                  <a:pt x="569" y="2929"/>
                </a:lnTo>
                <a:lnTo>
                  <a:pt x="497" y="2861"/>
                </a:lnTo>
                <a:lnTo>
                  <a:pt x="427" y="2789"/>
                </a:lnTo>
                <a:lnTo>
                  <a:pt x="363" y="2713"/>
                </a:lnTo>
                <a:lnTo>
                  <a:pt x="304" y="2633"/>
                </a:lnTo>
                <a:lnTo>
                  <a:pt x="249" y="2551"/>
                </a:lnTo>
                <a:lnTo>
                  <a:pt x="198" y="2464"/>
                </a:lnTo>
                <a:lnTo>
                  <a:pt x="154" y="2374"/>
                </a:lnTo>
                <a:lnTo>
                  <a:pt x="114" y="2282"/>
                </a:lnTo>
                <a:lnTo>
                  <a:pt x="80" y="2186"/>
                </a:lnTo>
                <a:lnTo>
                  <a:pt x="52" y="2089"/>
                </a:lnTo>
                <a:lnTo>
                  <a:pt x="30" y="1989"/>
                </a:lnTo>
                <a:lnTo>
                  <a:pt x="13" y="1887"/>
                </a:lnTo>
                <a:lnTo>
                  <a:pt x="3" y="1783"/>
                </a:lnTo>
                <a:lnTo>
                  <a:pt x="0" y="1677"/>
                </a:lnTo>
                <a:lnTo>
                  <a:pt x="3" y="1570"/>
                </a:lnTo>
                <a:lnTo>
                  <a:pt x="13" y="1467"/>
                </a:lnTo>
                <a:lnTo>
                  <a:pt x="30" y="1364"/>
                </a:lnTo>
                <a:lnTo>
                  <a:pt x="52" y="1264"/>
                </a:lnTo>
                <a:lnTo>
                  <a:pt x="80" y="1167"/>
                </a:lnTo>
                <a:lnTo>
                  <a:pt x="114" y="1071"/>
                </a:lnTo>
                <a:lnTo>
                  <a:pt x="154" y="979"/>
                </a:lnTo>
                <a:lnTo>
                  <a:pt x="198" y="889"/>
                </a:lnTo>
                <a:lnTo>
                  <a:pt x="249" y="803"/>
                </a:lnTo>
                <a:lnTo>
                  <a:pt x="304" y="720"/>
                </a:lnTo>
                <a:lnTo>
                  <a:pt x="363" y="640"/>
                </a:lnTo>
                <a:lnTo>
                  <a:pt x="427" y="564"/>
                </a:lnTo>
                <a:lnTo>
                  <a:pt x="497" y="492"/>
                </a:lnTo>
                <a:lnTo>
                  <a:pt x="569" y="424"/>
                </a:lnTo>
                <a:lnTo>
                  <a:pt x="647" y="360"/>
                </a:lnTo>
                <a:lnTo>
                  <a:pt x="727" y="301"/>
                </a:lnTo>
                <a:lnTo>
                  <a:pt x="811" y="247"/>
                </a:lnTo>
                <a:lnTo>
                  <a:pt x="898" y="198"/>
                </a:lnTo>
                <a:lnTo>
                  <a:pt x="988" y="153"/>
                </a:lnTo>
                <a:lnTo>
                  <a:pt x="1082" y="114"/>
                </a:lnTo>
                <a:lnTo>
                  <a:pt x="1179" y="80"/>
                </a:lnTo>
                <a:lnTo>
                  <a:pt x="1277" y="52"/>
                </a:lnTo>
                <a:lnTo>
                  <a:pt x="1378" y="30"/>
                </a:lnTo>
                <a:lnTo>
                  <a:pt x="1482" y="13"/>
                </a:lnTo>
                <a:lnTo>
                  <a:pt x="1586" y="4"/>
                </a:lnTo>
                <a:lnTo>
                  <a:pt x="169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White">
  <a:themeElements>
    <a:clrScheme name="White">
      <a:dk1>
        <a:srgbClr val="A2A19F"/>
      </a:dk1>
      <a:lt1>
        <a:srgbClr val="034EA2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2025-10-07T17:05:08Z</dcterms:modified>
</cp:coreProperties>
</file>